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207359ee9421e" /><Relationship Type="http://schemas.openxmlformats.org/officeDocument/2006/relationships/extended-properties" Target="/docProps/app.xml" Id="Rf5026fc72c9f48fc" /><Relationship Type="http://schemas.openxmlformats.org/officeDocument/2006/relationships/officeDocument" Target="/ppt/presentation.xml" Id="R64e197dca20045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6c0acbfd545c8"/>
  </p:sldMasterIdLst>
  <p:notesMasterIdLst>
    <p:notesMasterId xmlns:r="http://schemas.openxmlformats.org/officeDocument/2006/relationships" r:id="Re3a9a1bcaf3e4e44"/>
  </p:notesMasterIdLst>
  <p:sldIdLst>
    <p:sldId xmlns:r="http://schemas.openxmlformats.org/officeDocument/2006/relationships" id="256" r:id="R3f12a4121c24439f"/>
    <p:sldId xmlns:r="http://schemas.openxmlformats.org/officeDocument/2006/relationships" id="257" r:id="R15af8bf596f84bee"/>
    <p:sldId xmlns:r="http://schemas.openxmlformats.org/officeDocument/2006/relationships" id="258" r:id="R471e38f14dd84ebd"/>
    <p:sldId xmlns:r="http://schemas.openxmlformats.org/officeDocument/2006/relationships" id="259" r:id="Rc3d084c297894dfe"/>
    <p:sldId xmlns:r="http://schemas.openxmlformats.org/officeDocument/2006/relationships" id="260" r:id="R69dfa54e5b8c4868"/>
    <p:sldId xmlns:r="http://schemas.openxmlformats.org/officeDocument/2006/relationships" id="261" r:id="R48cd2893c0c14908"/>
    <p:sldId xmlns:r="http://schemas.openxmlformats.org/officeDocument/2006/relationships" id="262" r:id="R46c296f834934fa2"/>
    <p:sldId xmlns:r="http://schemas.openxmlformats.org/officeDocument/2006/relationships" id="263" r:id="R11639c30d828473e"/>
    <p:sldId xmlns:r="http://schemas.openxmlformats.org/officeDocument/2006/relationships" id="264" r:id="R836c02e1621241af"/>
    <p:sldId xmlns:r="http://schemas.openxmlformats.org/officeDocument/2006/relationships" id="265" r:id="Raf8dae27d6a848d7"/>
    <p:sldId xmlns:r="http://schemas.openxmlformats.org/officeDocument/2006/relationships" id="266" r:id="R84307972f978477b"/>
    <p:sldId xmlns:r="http://schemas.openxmlformats.org/officeDocument/2006/relationships" id="267" r:id="R1da24afa589e47b2"/>
    <p:sldId xmlns:r="http://schemas.openxmlformats.org/officeDocument/2006/relationships" id="268" r:id="R18ff432cd22a4cfa"/>
    <p:sldId xmlns:r="http://schemas.openxmlformats.org/officeDocument/2006/relationships" id="269" r:id="R9dc15cc3207d4205"/>
    <p:sldId xmlns:r="http://schemas.openxmlformats.org/officeDocument/2006/relationships" id="270" r:id="R9be7eadfd6de4e4d"/>
    <p:sldId xmlns:r="http://schemas.openxmlformats.org/officeDocument/2006/relationships" id="271" r:id="Ra786be9bc7754168"/>
    <p:sldId xmlns:r="http://schemas.openxmlformats.org/officeDocument/2006/relationships" id="272" r:id="R3423ea3d4b284d96"/>
    <p:sldId xmlns:r="http://schemas.openxmlformats.org/officeDocument/2006/relationships" id="273" r:id="R9b73dced76844e36"/>
    <p:sldId xmlns:r="http://schemas.openxmlformats.org/officeDocument/2006/relationships" id="274" r:id="R37076b2c104b4248"/>
    <p:sldId xmlns:r="http://schemas.openxmlformats.org/officeDocument/2006/relationships" id="275" r:id="R176ade60018c4f02"/>
    <p:sldId xmlns:r="http://schemas.openxmlformats.org/officeDocument/2006/relationships" id="276" r:id="Rb613f755175d41fb"/>
    <p:sldId xmlns:r="http://schemas.openxmlformats.org/officeDocument/2006/relationships" id="277" r:id="Rfadbc5117e5f42a4"/>
    <p:sldId xmlns:r="http://schemas.openxmlformats.org/officeDocument/2006/relationships" id="278" r:id="R1e0695bbf4ba4c6d"/>
    <p:sldId xmlns:r="http://schemas.openxmlformats.org/officeDocument/2006/relationships" id="279" r:id="R1198740cfc3144ed"/>
    <p:sldId xmlns:r="http://schemas.openxmlformats.org/officeDocument/2006/relationships" id="280" r:id="R4434249fb9b84c9f"/>
    <p:sldId xmlns:r="http://schemas.openxmlformats.org/officeDocument/2006/relationships" id="281" r:id="Rf6c1e383185e434d"/>
    <p:sldId xmlns:r="http://schemas.openxmlformats.org/officeDocument/2006/relationships" id="282" r:id="R3faeda2163e3431f"/>
    <p:sldId xmlns:r="http://schemas.openxmlformats.org/officeDocument/2006/relationships" id="283" r:id="R1e38eed99d8243f3"/>
    <p:sldId xmlns:r="http://schemas.openxmlformats.org/officeDocument/2006/relationships" id="284" r:id="Rc67fac97967e4b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83e5a731d4d77" /><Relationship Type="http://schemas.openxmlformats.org/officeDocument/2006/relationships/slideMaster" Target="/ppt/slideMasters/slideMaster1.xml" Id="R2156c0acbfd545c8" /><Relationship Type="http://schemas.openxmlformats.org/officeDocument/2006/relationships/notesMaster" Target="/ppt/notesMasters/notesMaster1.xml" Id="Re3a9a1bcaf3e4e44" /><Relationship Type="http://schemas.openxmlformats.org/officeDocument/2006/relationships/presProps" Target="/ppt/presProps.xml" Id="Reb2f27cb472f4682" /><Relationship Type="http://schemas.openxmlformats.org/officeDocument/2006/relationships/tableStyles" Target="/ppt/tableStyles.xml" Id="R26792c8d34364000" /><Relationship Type="http://schemas.openxmlformats.org/officeDocument/2006/relationships/slide" Target="/ppt/slides/slide1.xml" Id="R3f12a4121c24439f" /><Relationship Type="http://schemas.openxmlformats.org/officeDocument/2006/relationships/slide" Target="/ppt/slides/slide2.xml" Id="R15af8bf596f84bee" /><Relationship Type="http://schemas.openxmlformats.org/officeDocument/2006/relationships/slide" Target="/ppt/slides/slide3.xml" Id="R471e38f14dd84ebd" /><Relationship Type="http://schemas.openxmlformats.org/officeDocument/2006/relationships/slide" Target="/ppt/slides/slide4.xml" Id="Rc3d084c297894dfe" /><Relationship Type="http://schemas.openxmlformats.org/officeDocument/2006/relationships/slide" Target="/ppt/slides/slide5.xml" Id="R69dfa54e5b8c4868" /><Relationship Type="http://schemas.openxmlformats.org/officeDocument/2006/relationships/slide" Target="/ppt/slides/slide6.xml" Id="R48cd2893c0c14908" /><Relationship Type="http://schemas.openxmlformats.org/officeDocument/2006/relationships/slide" Target="/ppt/slides/slide7.xml" Id="R46c296f834934fa2" /><Relationship Type="http://schemas.openxmlformats.org/officeDocument/2006/relationships/slide" Target="/ppt/slides/slide8.xml" Id="R11639c30d828473e" /><Relationship Type="http://schemas.openxmlformats.org/officeDocument/2006/relationships/slide" Target="/ppt/slides/slide9.xml" Id="R836c02e1621241af" /><Relationship Type="http://schemas.openxmlformats.org/officeDocument/2006/relationships/slide" Target="/ppt/slides/slide10.xml" Id="Raf8dae27d6a848d7" /><Relationship Type="http://schemas.openxmlformats.org/officeDocument/2006/relationships/slide" Target="/ppt/slides/slide11.xml" Id="R84307972f978477b" /><Relationship Type="http://schemas.openxmlformats.org/officeDocument/2006/relationships/slide" Target="/ppt/slides/slide12.xml" Id="R1da24afa589e47b2" /><Relationship Type="http://schemas.openxmlformats.org/officeDocument/2006/relationships/slide" Target="/ppt/slides/slide13.xml" Id="R18ff432cd22a4cfa" /><Relationship Type="http://schemas.openxmlformats.org/officeDocument/2006/relationships/slide" Target="/ppt/slides/slide14.xml" Id="R9dc15cc3207d4205" /><Relationship Type="http://schemas.openxmlformats.org/officeDocument/2006/relationships/slide" Target="/ppt/slides/slide15.xml" Id="R9be7eadfd6de4e4d" /><Relationship Type="http://schemas.openxmlformats.org/officeDocument/2006/relationships/slide" Target="/ppt/slides/slide16.xml" Id="Ra786be9bc7754168" /><Relationship Type="http://schemas.openxmlformats.org/officeDocument/2006/relationships/slide" Target="/ppt/slides/slide17.xml" Id="R3423ea3d4b284d96" /><Relationship Type="http://schemas.openxmlformats.org/officeDocument/2006/relationships/slide" Target="/ppt/slides/slide18.xml" Id="R9b73dced76844e36" /><Relationship Type="http://schemas.openxmlformats.org/officeDocument/2006/relationships/slide" Target="/ppt/slides/slide19.xml" Id="R37076b2c104b4248" /><Relationship Type="http://schemas.openxmlformats.org/officeDocument/2006/relationships/slide" Target="/ppt/slides/slide20.xml" Id="R176ade60018c4f02" /><Relationship Type="http://schemas.openxmlformats.org/officeDocument/2006/relationships/slide" Target="/ppt/slides/slide21.xml" Id="Rb613f755175d41fb" /><Relationship Type="http://schemas.openxmlformats.org/officeDocument/2006/relationships/slide" Target="/ppt/slides/slide22.xml" Id="Rfadbc5117e5f42a4" /><Relationship Type="http://schemas.openxmlformats.org/officeDocument/2006/relationships/slide" Target="/ppt/slides/slide23.xml" Id="R1e0695bbf4ba4c6d" /><Relationship Type="http://schemas.openxmlformats.org/officeDocument/2006/relationships/slide" Target="/ppt/slides/slide24.xml" Id="R1198740cfc3144ed" /><Relationship Type="http://schemas.openxmlformats.org/officeDocument/2006/relationships/slide" Target="/ppt/slides/slide25.xml" Id="R4434249fb9b84c9f" /><Relationship Type="http://schemas.openxmlformats.org/officeDocument/2006/relationships/slide" Target="/ppt/slides/slide26.xml" Id="Rf6c1e383185e434d" /><Relationship Type="http://schemas.openxmlformats.org/officeDocument/2006/relationships/slide" Target="/ppt/slides/slide27.xml" Id="R3faeda2163e3431f" /><Relationship Type="http://schemas.openxmlformats.org/officeDocument/2006/relationships/slide" Target="/ppt/slides/slide28.xml" Id="R1e38eed99d8243f3" /><Relationship Type="http://schemas.openxmlformats.org/officeDocument/2006/relationships/slide" Target="/ppt/slides/slide29.xml" Id="Rc67fac97967e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2c1867983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179723e1c44df8" /><Relationship Type="http://schemas.openxmlformats.org/officeDocument/2006/relationships/notesMaster" Target="/ppt/notesMasters/notesMaster1.xml" Id="Rab41c4ee600a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2f998b1db4ed6" /><Relationship Type="http://schemas.openxmlformats.org/officeDocument/2006/relationships/notesMaster" Target="/ppt/notesMasters/notesMaster1.xml" Id="R86d159bb3f2b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4ff433f9554e03" /><Relationship Type="http://schemas.openxmlformats.org/officeDocument/2006/relationships/notesMaster" Target="/ppt/notesMasters/notesMaster1.xml" Id="Rd76d4761a7f3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ac894e3964f28" /><Relationship Type="http://schemas.openxmlformats.org/officeDocument/2006/relationships/notesMaster" Target="/ppt/notesMasters/notesMaster1.xml" Id="R2bce94d4a88e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85b7a81f143f1" /><Relationship Type="http://schemas.openxmlformats.org/officeDocument/2006/relationships/notesMaster" Target="/ppt/notesMasters/notesMaster1.xml" Id="R3cd8b8e7ed36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b04eb799c4de4" /><Relationship Type="http://schemas.openxmlformats.org/officeDocument/2006/relationships/notesMaster" Target="/ppt/notesMasters/notesMaster1.xml" Id="R422759d979d84f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1b311d2b64e81" /><Relationship Type="http://schemas.openxmlformats.org/officeDocument/2006/relationships/notesMaster" Target="/ppt/notesMasters/notesMaster1.xml" Id="R39159e7748cb40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8f30ac07f4f10" /><Relationship Type="http://schemas.openxmlformats.org/officeDocument/2006/relationships/notesMaster" Target="/ppt/notesMasters/notesMaster1.xml" Id="Rbca40e33b3ec46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781cbbd2049df" /><Relationship Type="http://schemas.openxmlformats.org/officeDocument/2006/relationships/notesMaster" Target="/ppt/notesMasters/notesMaster1.xml" Id="Rd9321433a1ed4d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e523ea6f344ea" /><Relationship Type="http://schemas.openxmlformats.org/officeDocument/2006/relationships/notesMaster" Target="/ppt/notesMasters/notesMaster1.xml" Id="R3a2e430e6c4d47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8f1fee350542b1" /><Relationship Type="http://schemas.openxmlformats.org/officeDocument/2006/relationships/notesMaster" Target="/ppt/notesMasters/notesMaster1.xml" Id="Ra91336eb705d40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d576314206484a" /><Relationship Type="http://schemas.openxmlformats.org/officeDocument/2006/relationships/notesMaster" Target="/ppt/notesMasters/notesMaster1.xml" Id="Ra409529d851347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7b3c5770024e8c" /><Relationship Type="http://schemas.openxmlformats.org/officeDocument/2006/relationships/notesMaster" Target="/ppt/notesMasters/notesMaster1.xml" Id="Rc98ef2c73e9241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c20b4ec0224c0f" /><Relationship Type="http://schemas.openxmlformats.org/officeDocument/2006/relationships/notesMaster" Target="/ppt/notesMasters/notesMaster1.xml" Id="R6dca6425c78d48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2b0b69565448d7" /><Relationship Type="http://schemas.openxmlformats.org/officeDocument/2006/relationships/notesMaster" Target="/ppt/notesMasters/notesMaster1.xml" Id="Rbf97581bb5a942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b3430744874f88" /><Relationship Type="http://schemas.openxmlformats.org/officeDocument/2006/relationships/notesMaster" Target="/ppt/notesMasters/notesMaster1.xml" Id="Rb37f8e3d074f47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c312981303436c" /><Relationship Type="http://schemas.openxmlformats.org/officeDocument/2006/relationships/notesMaster" Target="/ppt/notesMasters/notesMaster1.xml" Id="R0ecaf0ac2d944e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842fed0bcc4479" /><Relationship Type="http://schemas.openxmlformats.org/officeDocument/2006/relationships/notesMaster" Target="/ppt/notesMasters/notesMaster1.xml" Id="Rda5491b5b5764a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bc37e1a3084260" /><Relationship Type="http://schemas.openxmlformats.org/officeDocument/2006/relationships/notesMaster" Target="/ppt/notesMasters/notesMaster1.xml" Id="R87eaca8a9bc948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57a0ef79ac45b4" /><Relationship Type="http://schemas.openxmlformats.org/officeDocument/2006/relationships/notesMaster" Target="/ppt/notesMasters/notesMaster1.xml" Id="R38ac17455b2546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eb63b8e5094bfd" /><Relationship Type="http://schemas.openxmlformats.org/officeDocument/2006/relationships/notesMaster" Target="/ppt/notesMasters/notesMaster1.xml" Id="R356b3d27f2c94b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1efabab18d4aea" /><Relationship Type="http://schemas.openxmlformats.org/officeDocument/2006/relationships/notesMaster" Target="/ppt/notesMasters/notesMaster1.xml" Id="Rfdb9711eca934a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c03d339f7f40ce" /><Relationship Type="http://schemas.openxmlformats.org/officeDocument/2006/relationships/notesMaster" Target="/ppt/notesMasters/notesMaster1.xml" Id="R49607cec6e9d40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f04a534ed574420" /><Relationship Type="http://schemas.openxmlformats.org/officeDocument/2006/relationships/notesMaster" Target="/ppt/notesMasters/notesMaster1.xml" Id="R50f434f6cc3744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14f9f66b3e4949" /><Relationship Type="http://schemas.openxmlformats.org/officeDocument/2006/relationships/notesMaster" Target="/ppt/notesMasters/notesMaster1.xml" Id="R4f4ece95e79f40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9d482306324c0c" /><Relationship Type="http://schemas.openxmlformats.org/officeDocument/2006/relationships/notesMaster" Target="/ppt/notesMasters/notesMaster1.xml" Id="R69e86e0c8ac44b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5ca82ceddf4c9c" /><Relationship Type="http://schemas.openxmlformats.org/officeDocument/2006/relationships/notesMaster" Target="/ppt/notesMasters/notesMaster1.xml" Id="R94be5d9e600c48f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3645ee682a4951" /><Relationship Type="http://schemas.openxmlformats.org/officeDocument/2006/relationships/notesMaster" Target="/ppt/notesMasters/notesMaster1.xml" Id="Rc191b976e86445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ac9233befc424e" /><Relationship Type="http://schemas.openxmlformats.org/officeDocument/2006/relationships/notesMaster" Target="/ppt/notesMasters/notesMaster1.xml" Id="R2c3a8bdd5ed443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a14492ce94d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70b5455f34fb6" /><Relationship Type="http://schemas.openxmlformats.org/officeDocument/2006/relationships/slideLayout" Target="/ppt/slideLayouts/slideLayout1.xml" Id="R853483aeb3c245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483aeb3c245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da858ee384cb0" /><Relationship Type="http://schemas.openxmlformats.org/officeDocument/2006/relationships/image" Target="/ppt/media/image.png" Id="Rd6d060c3eccf4894" /><Relationship Type="http://schemas.openxmlformats.org/officeDocument/2006/relationships/hyperlink" Target="https://petrnikitin20.github.io/PML/" TargetMode="External" Id="Rb267b5ab8fd44d65" /><Relationship Type="http://schemas.openxmlformats.org/officeDocument/2006/relationships/notesSlide" Target="/ppt/notesSlides/notesSlide1.xml" Id="Rf04b29ca2200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cc5625b0242ef" /><Relationship Type="http://schemas.openxmlformats.org/officeDocument/2006/relationships/image" Target="/ppt/media/image2.png" Id="Rea38e108a8c645d1" /><Relationship Type="http://schemas.openxmlformats.org/officeDocument/2006/relationships/hyperlink" Target="https://petrnikitin20.github.io/PML/" TargetMode="External" Id="R9f6e9bc3c31f457a" /><Relationship Type="http://schemas.openxmlformats.org/officeDocument/2006/relationships/notesSlide" Target="/ppt/notesSlides/notesSlide2.xml" Id="R0b06ae80ec7945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82d5f021d45b0" /><Relationship Type="http://schemas.openxmlformats.org/officeDocument/2006/relationships/image" Target="/ppt/media/image3.png" Id="R22fc5a1c2ab84b47" /><Relationship Type="http://schemas.openxmlformats.org/officeDocument/2006/relationships/hyperlink" Target="https://petrnikitin20.github.io/PML/" TargetMode="External" Id="Rea127ce29b1a4d31" /><Relationship Type="http://schemas.openxmlformats.org/officeDocument/2006/relationships/notesSlide" Target="/ppt/notesSlides/notesSlide3.xml" Id="Rca542c05f315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602eb80b64d4a" /><Relationship Type="http://schemas.openxmlformats.org/officeDocument/2006/relationships/image" Target="/ppt/media/image4.png" Id="Rf2bb0ba66fa04ea7" /><Relationship Type="http://schemas.openxmlformats.org/officeDocument/2006/relationships/hyperlink" Target="https://petrnikitin20.github.io/PML/" TargetMode="External" Id="Rae97cc469efb4f8b" /><Relationship Type="http://schemas.openxmlformats.org/officeDocument/2006/relationships/notesSlide" Target="/ppt/notesSlides/notesSlide4.xml" Id="R2df66727309e4f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c0775d2154adf" /><Relationship Type="http://schemas.openxmlformats.org/officeDocument/2006/relationships/image" Target="/ppt/media/image5.png" Id="R213e50743c4f43e0" /><Relationship Type="http://schemas.openxmlformats.org/officeDocument/2006/relationships/hyperlink" Target="https://petrnikitin20.github.io/PML/" TargetMode="External" Id="R7e672cdd22244614" /><Relationship Type="http://schemas.openxmlformats.org/officeDocument/2006/relationships/notesSlide" Target="/ppt/notesSlides/notesSlide5.xml" Id="R367201935103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2b5d77dc04fd0" /><Relationship Type="http://schemas.openxmlformats.org/officeDocument/2006/relationships/image" Target="/ppt/media/image6.png" Id="R37e8582c239a484a" /><Relationship Type="http://schemas.openxmlformats.org/officeDocument/2006/relationships/hyperlink" Target="https://petrnikitin20.github.io/PML/" TargetMode="External" Id="R55eddb8d39a04ba6" /><Relationship Type="http://schemas.openxmlformats.org/officeDocument/2006/relationships/notesSlide" Target="/ppt/notesSlides/notesSlide6.xml" Id="R07bf1d6d194b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6449080e245f5" /><Relationship Type="http://schemas.openxmlformats.org/officeDocument/2006/relationships/image" Target="/ppt/media/image7.png" Id="R7d66c534a39f4de7" /><Relationship Type="http://schemas.openxmlformats.org/officeDocument/2006/relationships/hyperlink" Target="https://petrnikitin20.github.io/PML/" TargetMode="External" Id="Rd15c4fda04104584" /><Relationship Type="http://schemas.openxmlformats.org/officeDocument/2006/relationships/notesSlide" Target="/ppt/notesSlides/notesSlide7.xml" Id="Rc43d2a98bd7b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9b92fee64156" /><Relationship Type="http://schemas.openxmlformats.org/officeDocument/2006/relationships/image" Target="/ppt/media/image8.png" Id="Rf26d9b642cdc4a95" /><Relationship Type="http://schemas.openxmlformats.org/officeDocument/2006/relationships/hyperlink" Target="https://petrnikitin20.github.io/PML/" TargetMode="External" Id="Rf40a75516dd1454a" /><Relationship Type="http://schemas.openxmlformats.org/officeDocument/2006/relationships/notesSlide" Target="/ppt/notesSlides/notesSlide8.xml" Id="R046863cdc86548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9c7432ae24c59" /><Relationship Type="http://schemas.openxmlformats.org/officeDocument/2006/relationships/image" Target="/ppt/media/image9.png" Id="R8f5bc12bbfde4f68" /><Relationship Type="http://schemas.openxmlformats.org/officeDocument/2006/relationships/hyperlink" Target="https://petrnikitin20.github.io/PML/" TargetMode="External" Id="R35597d557bf1415f" /><Relationship Type="http://schemas.openxmlformats.org/officeDocument/2006/relationships/notesSlide" Target="/ppt/notesSlides/notesSlide9.xml" Id="R9fcbb5070ac948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0ce3649634d33" /><Relationship Type="http://schemas.openxmlformats.org/officeDocument/2006/relationships/image" Target="/ppt/media/image10.png" Id="R5a880f347ca64df4" /><Relationship Type="http://schemas.openxmlformats.org/officeDocument/2006/relationships/hyperlink" Target="https://petrnikitin20.github.io/PML/" TargetMode="External" Id="Rb81271f5eba44e41" /><Relationship Type="http://schemas.openxmlformats.org/officeDocument/2006/relationships/notesSlide" Target="/ppt/notesSlides/notesSlide10.xml" Id="Rfb821c9a501a4f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cf4608d974d42" /><Relationship Type="http://schemas.openxmlformats.org/officeDocument/2006/relationships/image" Target="/ppt/media/image11.png" Id="R48c6cf97150e447e" /><Relationship Type="http://schemas.openxmlformats.org/officeDocument/2006/relationships/hyperlink" Target="https://petrnikitin20.github.io/PML/" TargetMode="External" Id="Rdf592b6da5504ffc" /><Relationship Type="http://schemas.openxmlformats.org/officeDocument/2006/relationships/notesSlide" Target="/ppt/notesSlides/notesSlide11.xml" Id="R69e02f0d6477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47f1c736e4161" /><Relationship Type="http://schemas.openxmlformats.org/officeDocument/2006/relationships/image" Target="/ppt/media/image12.png" Id="Ra3b05b02df8b4eae" /><Relationship Type="http://schemas.openxmlformats.org/officeDocument/2006/relationships/hyperlink" Target="https://petrnikitin20.github.io/PML/" TargetMode="External" Id="Rdc2477510911452f" /><Relationship Type="http://schemas.openxmlformats.org/officeDocument/2006/relationships/notesSlide" Target="/ppt/notesSlides/notesSlide12.xml" Id="R16733406bfba4e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3fe15f2b54771" /><Relationship Type="http://schemas.openxmlformats.org/officeDocument/2006/relationships/image" Target="/ppt/media/image13.png" Id="Rd4b4fafca7224088" /><Relationship Type="http://schemas.openxmlformats.org/officeDocument/2006/relationships/hyperlink" Target="https://petrnikitin20.github.io/PML/" TargetMode="External" Id="R23b9762f19014510" /><Relationship Type="http://schemas.openxmlformats.org/officeDocument/2006/relationships/notesSlide" Target="/ppt/notesSlides/notesSlide13.xml" Id="R54d9f575ffd443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c91279d4749e7" /><Relationship Type="http://schemas.openxmlformats.org/officeDocument/2006/relationships/image" Target="/ppt/media/image14.png" Id="R628e27ce78244302" /><Relationship Type="http://schemas.openxmlformats.org/officeDocument/2006/relationships/hyperlink" Target="https://petrnikitin20.github.io/PML/" TargetMode="External" Id="R9b4cc365b4c743e4" /><Relationship Type="http://schemas.openxmlformats.org/officeDocument/2006/relationships/notesSlide" Target="/ppt/notesSlides/notesSlide14.xml" Id="R4809016cac2942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91009288f462a" /><Relationship Type="http://schemas.openxmlformats.org/officeDocument/2006/relationships/image" Target="/ppt/media/image15.png" Id="R9899016417e64c3b" /><Relationship Type="http://schemas.openxmlformats.org/officeDocument/2006/relationships/hyperlink" Target="https://petrnikitin20.github.io/PML/" TargetMode="External" Id="R021d4fbdf8a548fa" /><Relationship Type="http://schemas.openxmlformats.org/officeDocument/2006/relationships/notesSlide" Target="/ppt/notesSlides/notesSlide15.xml" Id="R26a97520f24e4a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47603dd754f78" /><Relationship Type="http://schemas.openxmlformats.org/officeDocument/2006/relationships/image" Target="/ppt/media/image16.png" Id="R60184ca65ee24c3d" /><Relationship Type="http://schemas.openxmlformats.org/officeDocument/2006/relationships/hyperlink" Target="https://petrnikitin20.github.io/PML/" TargetMode="External" Id="Rbea7d106f0a04173" /><Relationship Type="http://schemas.openxmlformats.org/officeDocument/2006/relationships/notesSlide" Target="/ppt/notesSlides/notesSlide16.xml" Id="R86fa0964ce0147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7e3e967b4280" /><Relationship Type="http://schemas.openxmlformats.org/officeDocument/2006/relationships/image" Target="/ppt/media/image17.png" Id="Re0839fd1b2224c4a" /><Relationship Type="http://schemas.openxmlformats.org/officeDocument/2006/relationships/hyperlink" Target="https://petrnikitin20.github.io/PML/" TargetMode="External" Id="Rb25d0ad0293d4da7" /><Relationship Type="http://schemas.openxmlformats.org/officeDocument/2006/relationships/notesSlide" Target="/ppt/notesSlides/notesSlide17.xml" Id="R7765b1be639945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7ee3067d458d" /><Relationship Type="http://schemas.openxmlformats.org/officeDocument/2006/relationships/image" Target="/ppt/media/image18.png" Id="Rd5eec83646b64bd4" /><Relationship Type="http://schemas.openxmlformats.org/officeDocument/2006/relationships/hyperlink" Target="https://petrnikitin20.github.io/PML/" TargetMode="External" Id="R9415b80900df42ae" /><Relationship Type="http://schemas.openxmlformats.org/officeDocument/2006/relationships/notesSlide" Target="/ppt/notesSlides/notesSlide18.xml" Id="R11f2b52bbc084c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e39c70a346c2" /><Relationship Type="http://schemas.openxmlformats.org/officeDocument/2006/relationships/image" Target="/ppt/media/image19.png" Id="Rbab5071460204c48" /><Relationship Type="http://schemas.openxmlformats.org/officeDocument/2006/relationships/hyperlink" Target="https://petrnikitin20.github.io/PML/" TargetMode="External" Id="R720639d804f24bee" /><Relationship Type="http://schemas.openxmlformats.org/officeDocument/2006/relationships/notesSlide" Target="/ppt/notesSlides/notesSlide19.xml" Id="Rc2de62900edb46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280bbe6fe4306" /><Relationship Type="http://schemas.openxmlformats.org/officeDocument/2006/relationships/image" Target="/ppt/media/image20.png" Id="Rb557b57ec4bd4ffa" /><Relationship Type="http://schemas.openxmlformats.org/officeDocument/2006/relationships/hyperlink" Target="https://petrnikitin20.github.io/PML/" TargetMode="External" Id="R0f9c64febdbf4ca0" /><Relationship Type="http://schemas.openxmlformats.org/officeDocument/2006/relationships/notesSlide" Target="/ppt/notesSlides/notesSlide20.xml" Id="R0bee332d585142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e5ba5d4084a50" /><Relationship Type="http://schemas.openxmlformats.org/officeDocument/2006/relationships/image" Target="/ppt/media/image21.png" Id="R03e125165eb5487d" /><Relationship Type="http://schemas.openxmlformats.org/officeDocument/2006/relationships/hyperlink" Target="https://petrnikitin20.github.io/PML/" TargetMode="External" Id="R809892ef58d847d4" /><Relationship Type="http://schemas.openxmlformats.org/officeDocument/2006/relationships/notesSlide" Target="/ppt/notesSlides/notesSlide21.xml" Id="Rd0a28c2b5fbb4f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3905a8604a4d" /><Relationship Type="http://schemas.openxmlformats.org/officeDocument/2006/relationships/image" Target="/ppt/media/image22.png" Id="Re1027a46fd2443d2" /><Relationship Type="http://schemas.openxmlformats.org/officeDocument/2006/relationships/hyperlink" Target="https://petrnikitin20.github.io/PML/" TargetMode="External" Id="Rc9742203b15f46df" /><Relationship Type="http://schemas.openxmlformats.org/officeDocument/2006/relationships/notesSlide" Target="/ppt/notesSlides/notesSlide22.xml" Id="R8ed876cb9c6c47f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e08a34e014a1e" /><Relationship Type="http://schemas.openxmlformats.org/officeDocument/2006/relationships/image" Target="/ppt/media/image23.png" Id="Ra51d20cceea54d28" /><Relationship Type="http://schemas.openxmlformats.org/officeDocument/2006/relationships/hyperlink" Target="https://petrnikitin20.github.io/PML/" TargetMode="External" Id="R92d447498f8c4692" /><Relationship Type="http://schemas.openxmlformats.org/officeDocument/2006/relationships/notesSlide" Target="/ppt/notesSlides/notesSlide23.xml" Id="Rc84f4983e3ca4b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ccc4944b84b08" /><Relationship Type="http://schemas.openxmlformats.org/officeDocument/2006/relationships/image" Target="/ppt/media/image24.png" Id="Ra46ea3f7877c4a94" /><Relationship Type="http://schemas.openxmlformats.org/officeDocument/2006/relationships/hyperlink" Target="https://petrnikitin20.github.io/PML/" TargetMode="External" Id="Rbd10f3090fe14d33" /><Relationship Type="http://schemas.openxmlformats.org/officeDocument/2006/relationships/notesSlide" Target="/ppt/notesSlides/notesSlide24.xml" Id="R1b81ef7d05cf40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c1fa6bf664cc5" /><Relationship Type="http://schemas.openxmlformats.org/officeDocument/2006/relationships/image" Target="/ppt/media/image25.png" Id="Rc816a6fe529744a0" /><Relationship Type="http://schemas.openxmlformats.org/officeDocument/2006/relationships/hyperlink" Target="https://petrnikitin20.github.io/PML/" TargetMode="External" Id="R851de5236f2346ed" /><Relationship Type="http://schemas.openxmlformats.org/officeDocument/2006/relationships/notesSlide" Target="/ppt/notesSlides/notesSlide25.xml" Id="Rf1b5d1ad63d34ca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3884308e474e" /><Relationship Type="http://schemas.openxmlformats.org/officeDocument/2006/relationships/image" Target="/ppt/media/image26.png" Id="R116be753d7d4400d" /><Relationship Type="http://schemas.openxmlformats.org/officeDocument/2006/relationships/image" Target="/ppt/media/image27.png" Id="Rebf3a5c35cb5478d" /><Relationship Type="http://schemas.openxmlformats.org/officeDocument/2006/relationships/hyperlink" Target="https://petrnikitin20.github.io/PML/" TargetMode="External" Id="R867738f0a1bf40a4" /><Relationship Type="http://schemas.openxmlformats.org/officeDocument/2006/relationships/notesSlide" Target="/ppt/notesSlides/notesSlide26.xml" Id="R88765c822bda4b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0475f0d344e16" /><Relationship Type="http://schemas.openxmlformats.org/officeDocument/2006/relationships/image" Target="/ppt/media/image28.png" Id="R85da963e3fd04e05" /><Relationship Type="http://schemas.openxmlformats.org/officeDocument/2006/relationships/chart" Target="/ppt/slides/charts/chart1.xml" Id="Ra93d04bc1d6c4b5e" /><Relationship Type="http://schemas.openxmlformats.org/officeDocument/2006/relationships/hyperlink" Target="https://petrnikitin20.github.io/PML/" TargetMode="External" Id="Rd476fd1bff534e9a" /><Relationship Type="http://schemas.openxmlformats.org/officeDocument/2006/relationships/notesSlide" Target="/ppt/notesSlides/notesSlide27.xml" Id="Rb4b692eba3fe43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c7df433de4575" /><Relationship Type="http://schemas.openxmlformats.org/officeDocument/2006/relationships/image" Target="/ppt/media/image29.png" Id="R87d390d6cd064f0f" /><Relationship Type="http://schemas.openxmlformats.org/officeDocument/2006/relationships/hyperlink" Target="https://petrnikitin20.github.io/PML/" TargetMode="External" Id="Rbeb0db3fefc64db4" /><Relationship Type="http://schemas.openxmlformats.org/officeDocument/2006/relationships/notesSlide" Target="/ppt/notesSlides/notesSlide28.xml" Id="R6a0624bb208248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9b909d24344a4" /><Relationship Type="http://schemas.openxmlformats.org/officeDocument/2006/relationships/image" Target="/ppt/media/image30.png" Id="R5ebd1bb35204463d" /><Relationship Type="http://schemas.openxmlformats.org/officeDocument/2006/relationships/hyperlink" Target="https://arxiv.org/abs/1512.03385" TargetMode="External" Id="R321f3b7c41cd47a1" /><Relationship Type="http://schemas.openxmlformats.org/officeDocument/2006/relationships/hyperlink" Target="https://arxiv.org/abs/2010.11929" TargetMode="External" Id="Rd60d8e4c3fd140d4" /><Relationship Type="http://schemas.openxmlformats.org/officeDocument/2006/relationships/hyperlink" Target="https://docs.ultralytics.com/" TargetMode="External" Id="Rd6c3b9d7740842e2" /><Relationship Type="http://schemas.openxmlformats.org/officeDocument/2006/relationships/hyperlink" Target="https://github.com/facebookresearch/sam2" TargetMode="External" Id="R989dd77777d142db" /><Relationship Type="http://schemas.openxmlformats.org/officeDocument/2006/relationships/hyperlink" Target="https://github.com/openai/CLIP" TargetMode="External" Id="Rb6ff6e86addd469f" /><Relationship Type="http://schemas.openxmlformats.org/officeDocument/2006/relationships/hyperlink" Target="https://github.com/facebookresearch/dinov2" TargetMode="External" Id="Ref47f6ad9aa144f8" /><Relationship Type="http://schemas.openxmlformats.org/officeDocument/2006/relationships/hyperlink" Target="https://petrnikitin20.github.io/PML/" TargetMode="External" Id="Rcb4e4698cee84297" /><Relationship Type="http://schemas.openxmlformats.org/officeDocument/2006/relationships/notesSlide" Target="/ppt/notesSlides/notesSlide29.xml" Id="Rf21c75f0be2c45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Метрика</c:v>
          </c:tx>
          <c:spPr>
            <a:solidFill xmlns:a="http://schemas.openxmlformats.org/drawingml/2006/main">
              <a:srgbClr val="116A6E"/>
            </a:solidFill>
          </c:spPr>
          <c:cat>
            <c:strRef>
              <c:f>'Chart Data'!$A$2:$A$7</c:f>
              <c:strCache>
                <c:ptCount val="6"/>
                <c:pt idx="0">
                  <c:v>ResNet50</c:v>
                </c:pt>
                <c:pt idx="1">
                  <c:v>EfficientNet</c:v>
                </c:pt>
                <c:pt idx="2">
                  <c:v>ViT</c:v>
                </c:pt>
                <c:pt idx="3">
                  <c:v>Swin</c:v>
                </c:pt>
                <c:pt idx="4">
                  <c:v>CLIP</c:v>
                </c:pt>
                <c:pt idx="5">
                  <c:v>DINOv2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0.741</c:v>
                </c:pt>
                <c:pt idx="1">
                  <c:v>0.758</c:v>
                </c:pt>
                <c:pt idx="2">
                  <c:v>0.776</c:v>
                </c:pt>
                <c:pt idx="3">
                  <c:v>0.784</c:v>
                </c:pt>
                <c:pt idx="4">
                  <c:v>0.791</c:v>
                </c:pt>
                <c:pt idx="5">
                  <c:v>0.806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60c3eccf48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90964-2EC3-41FD-B288-8FFF226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0FA5D-797A-4540-9D95-396A7D4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ПЗМО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3284D-7D2C-41B3-9375-68240137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EB390-88F3-4B0D-9EC5-8D89A424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1C930-B6F8-4F74-B874-A82BCC57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ПРИКЛАДНЫЕ ЗАДАЧИ МАШИННОГО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18A3C-6FBA-49B5-B35A-E954D1F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0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Компьютерное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зрение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90685-271E-4B7F-B9AF-07675D9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Архитектуры, математика, подключение моделей и анимированный пример для лабораторной работы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E4E7A-7770-46DA-9121-7EBB1DCA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b267b5ab8fd44d65"/>
              </a:rPr>
              <a:t>petrnikitin20.github.io/PML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D0639-6A72-42DF-945F-00FC9789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Петр Владимирович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1178674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8e108a8c645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62874-4CFB-4221-94AD-56DFEC6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EA2BF-0032-446D-9045-F397FDF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16278-BC55-42C9-99C5-84C55239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D4D44-B990-4476-828D-F67B57E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Цель и исследовательская логика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6E0CF-30E8-42C8-83A7-FD79B370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CV продолжает NLP-исследование и формирует признаки для рекомендательной системы.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2B03F-D487-4F23-94B4-45C55050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D5DC8-89EA-47CB-95B9-4A091B98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ЦЕЛЬ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85A9-6483-40B4-A173-328B791A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Измеримый эффект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7CAB7-0B8E-43FD-B0A9-2C0A188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Проверить, добавляет ли изображение качество относительно text-only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1F7C9-2E8C-4E46-B908-8A4E705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80526-D9EE-47A8-817B-9A435AD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767D1-9713-476E-8C26-CA01363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Честный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616EB-54F7-485D-848D-77F7E94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Разделять по времени и источнику, исключать дубликаты одного графика.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31532-F210-4D63-B70E-2F34675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62117-E9C2-48D5-8D04-7B4F10F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AA106-F487-4F71-BD48-94604FE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5B44A-6F75-4CE1-82E9-6612DCA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embedding, label, confidence, mask/box, quality score и версия модели.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C84B7-497C-4D19-839E-7983B7B3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79E8D-5FBE-42DE-B468-24476AE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H1: Δmetric ≥ 0,02; H2: vision-language признаки лучше переносятся на новые классы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5B7F7-E8AF-4B84-BC77-16AFD28B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f6e9bc3c31f457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8371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c5a1c2ab84b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6C185-7891-4F01-94E9-61DE2AAE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2D70F-EE5A-4A36-ACB7-137F756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A1A14-3D1A-4EE3-9362-D1246FF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B30CD-4105-4AFF-A59E-F6AA6F7F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Сквозная связь лабораторных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883BD-6A94-4E4D-815C-E656F283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объект проходит через согласованные контракты.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93958-BA6B-4FB5-88CE-DEC06DF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D0BA7-16DE-4977-B147-D7395953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NLP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event +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1E5C1-B1E4-4475-942E-56EB69DF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56CE7-5433-4658-A391-93CB606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0D65F-D3CA-4D59-A9B2-5ECEB97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trend +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F5E5E-34F5-45AB-B321-C807D9EF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96510-8F28-4184-88D5-D9AA1F6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990FB-EB6F-43A8-9514-FF9F069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Recommender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score +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3866F-7B70-4F12-92FD-66AE09E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832CA-1A76-4327-BA56-5B26913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BE5C6-FFF0-4DE0-9006-C1B295F3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Project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versioned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B177F-1AD1-4AD2-B851-FC04DE9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CV не заменяет текст: модальности объединяются только после независимой проверки качества.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5F176-CA7B-4E51-9A43-A8B75D0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a127ce29b1a4d3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22275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b0ba66fa04e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6C012-A018-473D-969B-DB34D50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4447-88BA-4EE7-B46C-1240C570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AB362-40D9-4411-A4F4-E396920B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FE09E-0707-49DA-BB85-F267E7C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Основные задачи CV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3F339-99C9-4420-BA2F-75E8479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Выход определяется постановкой, а не названием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1D338-DE57-45E7-9E21-FCA3BEA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5ADD7-A244-48EF-95E3-43A05CA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КЛАССИФИКАЦИЯ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C55CD-239C-45E6-869C-273D4E05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изображено?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6AF0B-CEFA-4A43-976F-42A3E4E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или несколько классов: тренд, тип графика, категория товара.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34772-F878-434F-BADC-A4EABD4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DC92E-0D51-460A-994F-79EA3AB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ДЕТЕКЦИЯ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4E4F6-8DDF-4F1D-8538-F100615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Где объект?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5E070-E664-4CD6-8AB3-DDDB133F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Bounding boxes и confidence для свечей, логотипов, подписей и дефектов.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90345-940F-4E14-A4F8-17E0A21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D1671-318A-4955-BFF3-651DA65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СЕГМЕНТАЦИЯ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0B714-69E1-493A-9E40-8DBE498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Какие пиксели?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80889-D355-4ABD-A616-4F335D2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Mask для foreground, графика, объекта или области интереса.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395C1-CA15-4A8F-A68C-FBA2B56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67196-EBE1-4014-8126-2F35CCA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C7EE8-C762-4252-A611-4EAA7DD5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 что похоже?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71B3A-700D-47C8-8DD4-C13110AA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для retrieval, кластеризации и мультимодальной рекомендации.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2ED28-63F2-48A0-B54D-EE7B3B3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e97cc469efb4f8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39832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e50743c4f43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EB263-57AB-4A78-9678-D22CB028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F06C9-8716-4D87-B1A3-033CF81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1EC7-7A93-443C-942F-2D1471B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EADB0-15A1-40BA-9438-525B177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Тензор изображения и нормализация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FF4C7-9025-40B5-95E7-690D6947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получает X ∈ ℝ^{B×C×H×W}. Преобразования должны быть одинаковыми на train и inference.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971B2-BEB8-4489-8828-F77C5429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DBE66-EF92-4E96-9873-9DF0BEC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89C57-655C-4177-A4D7-27275DB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Resize → tensor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3E12-C46E-4C2C-A25B-040794E5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Сохранить aspect ratio или явно описать crop/pad.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EEB43-AFA6-40F9-AFF2-3D73B91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029AD-F4D9-4216-9980-C9E0463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529B2-172F-48A6-91B8-11EBD6A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Каналы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60D31-C50D-4B6E-A132-3A6DD9A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x′=(x−μ)/σ; μ и σ должны соответствовать checkpoint.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D96F9-4AC4-4482-B221-C757C1A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46AE2-D1CB-4490-A822-E781123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AUGMENT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425A0-DA3B-47D8-866E-8BA1FE3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Только 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E5F98-2CA9-4D9C-8F15-743D27A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Flip, color jitter, blur и noise проверяются на предмет допустимости.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9301F-3232-42CF-BFF4-D97C188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C6B8E-C1C7-4518-8BBA-FCE9596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x′c,h,w = (xc,h,w − μc) / σc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F3DF0-0938-444B-824E-86BC158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e672cdd2224461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89752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8582c239a48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982AB-ED44-4BF3-84B5-0D143DB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C51E7-C835-4B1B-B8FE-495CD9E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ABC4C-69D8-4540-B5E4-98D7215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C5AB0-EF14-41F7-8E77-B77C72CB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Свёртка: локальный оператор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6917D-CDC8-4508-AC07-9DA74A5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Ядро разделяет веса между позициями и строит карту признаков.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8541F-DC8A-41FC-B4EC-9020F1C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8CA33-BC40-41B7-84ED-A0A6D903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РЕЦЕПТИВНОЕ ПОЛЕ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BDD09-DF1F-4E6A-8096-F9243D71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Локальная 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71CB3-3D97-4287-BE59-D0D55EB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Ранние слои находят края, поздние — сложные паттерны.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A71AB-5A3E-4D79-8BB8-4EF4C74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1C9CC-6D7B-4647-807A-BAE98C45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STRIDE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654A6-7550-45D7-ABE7-C33F26F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Размер карты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823D4-EFBD-47E4-9AAF-B4893DF8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Шаг уменьшает разрешение и вычисления, но может потерять мелкие объекты.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008B8-8A91-4AD7-BF1C-E6C26D82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D4E6F-23C5-4AF9-B340-16A2A44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PADDING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4C1D7-CC28-434D-A1C2-3029372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Граница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4B6F6-88C3-40D8-9046-1F362F6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Same padding сохраняет размер; valid уменьшает карту.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C6BAF-ECB6-4594-8499-F8F36E45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6B2AA-3E05-4FE0-A297-DA1FB3B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Yk,i,j = σ(Σc,a,b Wk,c,a,b · Xc,i+a,j+b + bk)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0378C-18EC-4CFA-944B-C6D72BC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5eddb8d39a04ba6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02289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c534a39f4d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5D956-1CA3-448B-9DD8-E78C3231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49732-7354-48C2-BD71-A60CCD3B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8FFC8-3EB5-4DA0-9545-BE5B5E4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ECDBD-E95B-4734-85BD-B9CA0765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ResNet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61F8-49AE-46C7-8775-F2C9890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Residual connection облегчает обучение глубоких CNN.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0C166-962F-4795-A75A-FDA909C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8B678-CFAB-4034-944D-0306BD9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6DA62-1229-4F1E-B7D5-B3CD3CB1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Skip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38A80-D124-427B-A8FE-FBDD4A7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F(x)+x создает короткий путь для градиента.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539E5-3214-4B0A-B4E6-7F4A50A1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D4156-BC8D-4A88-AC81-C733CDE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ПОДКЛЮЧЕНИЕ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42E5E-489F-4D60-A4DC-B031A99A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torchvision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13081-DE96-4453-85DF-0D92F22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resnet50(weights=ResNet50_Weights.DEFAULT) — локально и бесплатно.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15ECC-4488-4540-A0FD-CCD5E6AC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3643F-C418-4BA3-AAAB-958847B7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4CAD3-12F8-4FED-B9EE-7CE260E8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Класс графика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D3934-D2DA-45EA-AB55-842ED1B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Fine-tuning последнего слоя: bull, shock, flat.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08D26-9E2E-4562-8233-E778C0B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EB22A-CC14-47D0-815B-D434619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y = F(x,{Wi}) + 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CF5BC-7F88-416C-BD63-03BEC588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15c4fda0410458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53166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d9b642cdc4a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7699B-85A0-4A21-B015-92B1582C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DDF7D-EF88-4AD9-93C1-C358694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A22E1-7464-4E7B-8500-0AEF465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A77F2-0686-48B7-B2B1-375AA54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EfficientNet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8D2FB-A984-41BE-A9D5-90E1636B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Compound scaling согласованно увеличивает глубину, ширину и разрешение.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4B38B-53A5-496C-96CE-58CE0E7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A346E-13BA-4A3A-A5BB-5B2A5DD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ИДЕЯ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22DEF-9CD7-48A3-B359-8B8E311F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Баланс масштаба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7E55-19A5-4CF5-A94C-A58D0547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наращивать только число каналов или только размер входа.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7A24A-BBCD-4DCE-B536-6E3278DB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F935F-E59D-4C03-A162-C673C7F6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ПОДКЛЮЧЕНИЕ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4E9B6-4FF5-4315-967B-F332712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torchvision / timm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B1D6E-7AFB-466F-AAF5-3C3134D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efficientnet_b0(weights="DEFAULT") — локальный inference.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E3D0B-CCFF-482B-B982-DD3C625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42CA9-DDF9-416E-9416-CD1D54E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BCC9D-D6F9-4B25-B2B3-04E98C5D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Мобильный контур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723FA-4CC6-4D70-95FE-6656825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Более компактный classifier для веб-сервиса.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CE47F-8517-4C85-A65E-C44361C6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5900A-9F7E-4A5A-AE46-FD18819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depth=αφ, width=βφ, resolution=γφ; α·β²·γ²≈2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790F0-5F66-4026-9E6A-5543CBBB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40a75516dd1454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17261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bc12bbfde4f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53881-25A1-4BF8-9735-539A6A7A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45FEA-498C-40B9-BA9E-58341333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9BA8-67B9-4867-9009-0EDBDCD1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EFA3C-631C-4733-ACC8-675502BD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Vision Transformer (ViT)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8E9B6-E37F-4810-BFF8-CC894CE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Изображение превращается в последовательность patch-токенов.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D78C-A920-4174-8690-CA845A09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EED7-C5F8-4F6A-B041-DEC648F8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PATCHIFY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3A3D-2883-40A8-9FF5-A6E07F28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 патчей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2234F-33B7-41C8-BB69-22BE483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P×P×C патч проецируется в d-мерный токен.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7A328-FBCB-4AED-A720-85A443F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56E20-A765-4266-B108-04F4464D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8D4C8-3604-45DD-A2F0-51EB954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Глобальные связи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B3205-2285-4D4B-8C5D-503697A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patch может учитывать любой другой patch.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94ACB-4F6C-4A5E-830E-371C68BC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7F2C4-28A3-4E2B-96F4-25C57203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7D6F-0845-450D-9581-43AF8F0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Transformers / timm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F3047-8F74-417A-B05D-5827AF70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google/vit-base-patch16-224 — локально, веса скачиваются один раз.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AA0CD-BDB5-4B6A-B919-C7058042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41087-CD73-4BCB-B88F-7005F76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Z0 = [xclass; x1Ep; …; xNEp] + Epos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83ABD-1951-4DAD-ABFB-66B7A29A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5597d557bf1415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04478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80f347ca64d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F696E-9D3E-45C8-948D-FBBC0DF1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07895-F385-48B5-A86C-2C96DEA4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E0C52-B8B0-4428-B297-BBE42DC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A6D18-6B2B-41EC-9E00-D0A6C0A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Swin Transformer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05EC-171D-4CCF-B035-43CB84A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Иерархия строится через shifted windows.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D256A-1653-4B70-841F-5EFC442C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A1AA6-9C64-4E45-B30A-E9D7EC10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3903E-19FC-48E2-B105-C2A77D40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Локальный 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44FB2-5BB9-4FA0-A7A1-6108F03C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Стоимость ближе к линейной по числу пикселей.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67CC3-973A-4C56-A7EC-6ABF83DE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17853-ECF2-415F-B8D0-77CEBD31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SHIFT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3DB58-D1C1-40A5-B01F-D691B37C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Связь окон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5A70A-065B-4FBE-B34F-009D6A0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Сдвиг на следующем блоке передает информацию между окнами.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D1E78-CC27-4B1A-9B6C-1237029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58703-B9C0-4DCE-8C4D-2F355BE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92563-5CE9-45AE-A351-F3B68ADB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Мелкие детали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1DA73-B45F-45A5-84ED-7A5A70E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Графики и товарные изображения с многоуровневыми признаками.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C2461-0156-4032-85B1-47EDA0E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0269B-2BBB-4EEE-8498-8F195748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Ω(MSA)=4hwC²+2(hw)²C; Ω(W-MSA)=4hwC²+2M²hwC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AC822-FE36-4845-A26A-A85C8A5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1271f5eba44e4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83558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6cf97150e44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08345-9517-4BBB-A94E-CD89E39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7CC1-6C58-4093-B116-403CE8A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2D440-DFFF-420B-BABF-7DD9E58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91B2E-FAD5-4047-9E83-119A5A6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YOLO: детекция за один проход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9CA2-90F7-4FBE-99F4-111E878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Сеть одновременно прогнозирует box, objectness и классы.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F540D-0928-4E2E-9072-9CE5567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81FA7-DC8E-440E-AD18-D1EB4DFE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ВЫХОД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9FB54-5E6D-4791-9D08-02B17FB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Boxes + scores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876EA-A19A-412C-B18D-F9F13AA4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каждого объекта: x,y,w,h, class и confidence.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2D9E2-D4FA-408C-BCD9-3D087BB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FEFA4-5A01-4F7B-8FE6-30F5B62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ВОЗМОЖНОСТЬ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A75BB-6DED-463B-9A16-FF5EA52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Real-time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832C8-6487-444A-847D-020C19C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Подходит для видео и интерактивной демонстрации.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13138-3457-47FB-9302-BE9B2D5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CA03A-8BC6-4E5D-B62C-5DEC7FE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9B33A-1952-4529-AA24-A49C6ECD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Ultralytics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DA160-A663-4740-A48C-D0E911A1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pip install ultralytics; локальные веса или собственный best.pt.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22BB1-668D-4186-94F8-5345E0E8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3B803-7709-43FC-9F45-8676C34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λboxLbox + λclsLcls + λdflLdfl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45C20-CA1C-43F6-A76F-3C0A0FC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f592b6da5504ffc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93609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05b02df8b4e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B4885-364F-4717-9F47-4B788FE5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37FC9-E3F4-43B8-A006-96AAA2E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23943-894F-4674-9F3D-7AEFF4D8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E9C8A-3476-430E-B54C-EED0AC1C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DETR: детекция как set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90B2E-00D1-42F3-B67F-681C72E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 decoder сопоставляет object queries с объектами.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07E0A-7896-4C6B-BFBF-59A6995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42C88-F2BF-4FD9-A7D8-4D5EF5B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3AB32-373C-4255-B9F5-8D37696E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Фиксированный набор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8D44F-7496-4895-949E-CAD0E5A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query отвечает за один объект или no-object.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234C8-98C3-48F3-BF52-13ACD4D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5D858-7072-4935-A528-9CA8B1B5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MATCHING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51290-05FD-4E26-A117-9F18242F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Hungarian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9E25E-F73B-432C-97EE-F75D45CF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Однозначное соответствие исключает классический NMS.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5CD0-EF4A-47F0-99C2-86FF028F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BE79F-8D35-47B7-8BB5-1A6E1FA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4E673-A814-422C-A428-949311D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Структура графика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45ECD-3118-4397-A1D4-F28EC435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Разметка осей, легенды и области свечей.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93996-B3CA-4636-9FBE-5D57A63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7A806-9264-4E06-95C1-A0C5818D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Lmatch = Σi [−log pσ(i)(ci) + 1ci≠∅Lbox(bi,bσ(i))]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EF9A1-5759-4132-8C83-017E618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c2477510911452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09826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4fafca72240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78B78-1690-4FF8-B545-61BDA57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F0367-24D2-493A-9CA8-9DA4582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44C5-6F00-43FD-9758-D8B2D98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0DE1A-42CD-48BF-B0AA-459E4B3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U-Net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748D6-7BE9-4CEE-A9F0-C0351BC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сжимает контекст, decoder восстанавливает маску.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ED18F-4619-4FA7-988F-E9335FB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99D77-667B-4AE5-8EFE-1B4A209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3778F-A658-46DF-BE50-A845A955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найдено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2C69C-88A5-4F2F-9B58-E60444DA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Многоуровневые признаки и большой receptive field.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EE1B8-DB7C-4434-94DB-68AEB6E4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A09DE-5DE6-496C-BDBC-A335F1F9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SKIP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D55DA-2D56-43BD-AD66-3E180A49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Где найдено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4FAC-944E-425F-9DA1-FAEE375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Передача пространственных деталей на соответствующий уровень decoder.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76A3A-312F-49DA-AC43-6AAA823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29676-1F8E-488F-992A-4A89D5A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A1B64-75FD-496F-93F9-310B30A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Очистка изображения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2B353-6397-48E9-8EE8-3A8DC55B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Маска полезной области до классификации и OCR.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FFD9B-8C07-485D-B379-0705ED8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5B509-E9E1-40B2-9A35-8624B81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Dice = 2|P∩G| / (|P|+|G|)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24B6F-26F9-4B65-8C2F-D14BB75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3b9762f1901451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611746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e27ce782443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27B1B-C867-46EA-BE00-BDFC729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D587E-F08E-465E-97D9-C25569AB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7BA7A-676D-4465-90D6-DD24E46C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68F53-FABF-4D0C-B17D-5524A04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SAM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3DA1B-707D-4F6A-9409-F52C0322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Promptable segmentation для изображений и видео.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F0BAC-7C63-4182-8720-CBB2160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D4E66-DB08-4DC7-A9BF-550AF598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8103D-45C7-449F-88EB-3B318D6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Point / box /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AB319-63B2-4379-9640-4DAE55F7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Пользователь задает область без переобучения под каждый класс.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70CD3-D61C-4F3A-85B9-E72765D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7E301-BA49-4D78-99D1-A79FF8B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ВИДЕО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861D4-6378-461A-8A7A-2F95D47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Memory 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EFC99-0446-442C-96FE-6396E660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Маска распространяется по кадрам с учетом памяти.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27E58-D124-4718-8279-58F07F3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8FD34-9603-43B5-96DD-D51A503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DEB07-13EE-4FF8-96A0-6EB739B6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Open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0475A-4B3C-47DE-B0A7-0A56B71E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SAM2ImagePredictor.from_pretrained(...) — локально, нужна GPU для быстрого режима.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34E82-A013-4E9B-8FE3-A3509DB4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6376A-FBF6-45CF-BE98-BD9051C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mask = Decoder(image_embedding, prompt_embedding, memory)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D4AE5-F501-40E7-BD43-871ABF1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b4cc365b4c743e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89749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9016417e64c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01EA9-30E5-42DF-B86F-A2DFC21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B77EB-955D-4A92-8221-64BB71A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27639-1491-4BE6-8BC6-1E90294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94B8C-5690-4B5D-BBC3-0268C3F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CLIP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57F1-54A1-4FD7-B856-E062856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Изображение и текст обучаются в общем пространстве.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5B066-C53A-4326-8182-1F65784F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03B23-55C6-47F6-8938-A8B9A9E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IMAGE TOWER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94241-7394-40AF-AB14-E011782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Визуальный вектор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0BD40-9415-42A2-B9EF-CFABBE5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ViT или ResNet кодирует изображение.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933A0-13D2-4291-84F8-72EC6AC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566B7-2E85-49A4-AD0C-524B714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TEXT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50787-8D5F-44E4-BA63-48735967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Текстовый вектор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65EBE-CB4A-4C04-8AEF-DBFEBBB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 кодирует подписи или классы.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B9650-95BA-40E5-8E08-D1445AE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E76EB-05B3-4453-BF39-AAAAB84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ZERO-SHOT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EAE9A-1F9E-452A-8915-6C39FC1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Без fine-tuning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D7F8A-DE7C-4F33-BFC2-E24111F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Сравнить embedding изображения с «рост», «шок», «боковой рынок».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B12F4-5480-417C-9D76-092117C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877AE-21FE-4B93-BD3D-99B3C275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P(label|image)=softmax(sim(vi,tlabel)/τ)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0C6B6-E694-4174-A50A-FED9FF4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21d4fbdf8a548f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915059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84ca65ee24c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B4922-110C-4A91-9773-09B5F251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EB91E-C8BE-401D-A5B9-683C808C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9E73C-021D-4DB7-8194-84D2BA6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91733-40A1-4142-AB20-B61CA75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DINOv2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B8DD1-C19A-40C3-9DC6-839D409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Self-supervised visual features без текстовых подписей.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98058-7B45-4DFA-9BBD-9DF1AFF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E9856-6CAB-4DF4-A9AC-5C88C9C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TEACHER–STUDENT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2954F-7653-44AA-A208-29562E3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Самодистилляция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1722B-C78D-4FE8-A142-FB3F4D67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Student согласуется с EMA-teacher на разных представлениях изображения.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B5810-1C98-4C0E-8FBD-904FC013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3FA38-D657-4120-8919-BC0402A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44495-478B-490E-8054-64807C16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Универсальный признак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AE956-6E03-4F74-BDEE-8EC3973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Retrieval, k-NN, clustering и линейный probe.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88976-4789-4210-9342-83701AA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D6A2B-26E3-469F-AB9D-30C64270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5FF97-F5BE-4550-BDF2-E13A8C2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torch.hub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FD09F-BB23-482B-A7DD-60C36F2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torch.hub.load("facebookresearch/dinov2", "dinov2_vitb14") — локально.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130F4-6636-468E-867C-CA0A6F9C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A13DF-0D5F-49A3-9E73-6A7BC63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H(Pteacher(xglobal), Pstudent(xlocal))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D78BA-B2A1-45BC-9383-72C23337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ea7d106f0a0417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08010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39fd1b2224c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64F2A-715F-4E08-B193-26ADFF6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26A76-725A-4EA2-AA77-BC6322A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799B4-B58A-4042-B157-BA490517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E1959-4644-452D-870E-FE6CAB6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OCR и мультимодальный 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EB96-AC9C-450D-9783-7B2DEB9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Текст внутри изображения выделяется отдельным контуром.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1F7C5-1074-4AF4-9170-F0351D61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61C2-86C4-447D-BB5A-05DB661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5B34E-F491-43F0-BCC0-BBFF7AF7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Tesseract / PaddleOCR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71093-1255-44FC-A19E-FC9BFC0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Оси, подписи, тикеры и значения превращаются в текстовые поля.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BB17-9691-452D-82BF-DBAFDF35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1BBD8-DEEF-430A-8F98-3B4D912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06BAC-F575-4282-B3C9-39E61C2E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Late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B2A68-BDA4-471A-92CA-AA68A022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Объединить проверенные embeddings и признаки качества.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64499-48B5-4F20-8E36-FA45C405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715F7-0601-49DB-9E6F-638C5740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E7DCC-A1CE-48BE-BC7A-E9375AB1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доверять слепо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19FF4-369D-446B-A975-889FB733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OCR confidence и image quality входят в fallback rule.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2C862-D63B-41AE-9294-D56F29F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805AC-CBAC-44E0-836A-5C33143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z = LayerNorm([zNLP ; zCV ; qimage ; qOCR])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3793-D4D3-4D96-900C-2CEF9843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25d0ad0293d4da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597341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ec83646b64b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8C230-83F9-4A12-AC4F-41D6F0C4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787A8-3AE8-486F-8E14-FA2A0B7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7741B-CEAE-4E2A-8192-327AC994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78A27-97BC-4229-8549-63E624A4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Как подключать CV-модели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48A27-1208-4F24-8372-1901C87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Стоимость определяется вычислениями и лицензией, а не самим Python-вызовом.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663F-5870-4DBC-BC82-7BBABDB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D4ED4-995F-4B0D-BF3C-5E819F7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ЛОКАЛЬНО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15EFE-97F0-4685-8098-5A6AC52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ResNet · ViT · DINOv2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6FB4C-DD2A-492E-833F-F6DF2B0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загружаются, inference выполняется на своем CPU/GPU.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78694-F81E-4F02-965F-69493F75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38B39-9DAB-488C-9E51-86DF40A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ЛОКАЛЬНО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4E09F-A6A6-48B9-8E8E-1E86952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YOLO · SAM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7DE25-6637-4E97-867D-543811B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Поддерживают свои веса и интерактивные prompts; проверить лицензию версии.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F9127-551C-4352-9B09-B84C15C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2D923-6815-4EC8-B065-7EFF6E5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4201D-D32A-4391-B406-2C213689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Managed inference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8B08C-5F92-4B56-8512-A73FB4BB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Платный или бесплатный лимит зависит от провайдера; endpoint и версию фиксировать.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B244F-8FB0-48E4-BE30-1F203D2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75F35-CE94-4ABA-B76C-1ED20A7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секреты API → переменные окружения; checkpoint → точный идентификатор и hash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B7B7F-3359-4875-84A4-946C63A0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415b80900df42a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821797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5071460204c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1257B-A00E-4593-B99E-CE1A8730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71FC7-03C2-4D34-AEA3-07976FF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69B84-C088-42B7-8FF3-2FB4F54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89774-1E92-4D71-BDEB-3491B2F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YOLO: детекция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1F9BA-C5A9-4829-9E08-C491138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Конкретный пример: найти области свечей на графике.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A0184-7E7A-4C3B-86E8-B703FF2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D1AC4-BD22-4889-B1FA-F10B6DEF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ultralytics import YOLO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 = YOLO("best.pt")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result = model("chart.png", conf=0.35)[0]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for box, score, cls in zip(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result.boxes.xyxy,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result.boxes.conf,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result.boxes.cls):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print(box.tolist(), float(score), int(cls))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09AA1-6993-43C6-A9EC-9D28CAA9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AAE4A-3DA4-4F62-BF1D-BF3F049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FD9DE-51A7-4909-90EB-D814E63E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833A8-DB2A-4DAB-A998-69B7DEC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возвращает координаты, класс и уверенность для каждой локализованной области.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BEB7B-40EF-4468-AA85-40A1BFEE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40003-21C2-4EEB-811A-0B6EBED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84A0A-472A-4D2C-9935-9F5D68D6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D72D2-3B8E-42EC-A2E8-AE6300B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checkpoint, conf, размер входа, boxes, scores, latency и изображения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907D6-D532-4EB2-BCB7-E31530BC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20639d804f24be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69511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7b57ec4bd4f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36B03-98E7-4972-B943-6BEBACD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69B3B-473A-4C37-A71D-DDD794F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F5398-AD65-4DD4-9DBA-2815B63C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53FD1-65CE-447C-9857-06F7B1F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SAM 2: маска по box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0F84-0903-410B-848A-D689FBA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Box от YOLO уточняется до пиксельной маски.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DD224-361F-4B79-8D06-FBBA7C0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465E1-49A0-4969-B089-A0217BA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sam2.sam2_image_predictor import SAM2ImagePredictor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PIL import Image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predictor = SAM2ImagePredictor.from_pretrained(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"facebook/sam2-hiera-large")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predictor.set_image(np.array(Image.open("chart.png")))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masks, scores, _ = predictor.predict(box=box_xyxy)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best = masks[scores.argmax()]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726BA-AEDC-4E5B-B210-36EA8A1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E541F-0145-4922-8F45-DBBC4BE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73899-96C6-40F6-8B14-26357CC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F4E72-EED1-4861-97AC-548861B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Изображение кодируется один раз, затем prompt задает нужную область.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1653B-2139-4A18-AED7-863E3701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DB183-C513-455D-99B2-FFADBEC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96F10-1ECC-4F17-BE3C-189C3CF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35753-5D7B-4DDC-9942-7B4DE19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SAM 2, prompt, mask, IoU/Dice, размер GPU-памяти и время.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986E0-E145-40FF-A144-0CAAC012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f9c64febdbf4ca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21923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125165eb548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BE4D7-903B-4C67-9570-FA6D5B1E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4E4A6-2CA2-4821-8327-1AD54A3C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27DD9-5787-4239-9D16-1E733A4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E59E3-406B-47B4-AF66-F4766F3E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CLIP: zero-shot класс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9E5E8-44A5-4331-B223-D99C3544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 задается обычными текстовыми описаниями.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9B9DE-AD66-4EF1-AD87-209E3FC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7C4F8-708F-4D32-9A0B-6C5D288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clip, torch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PIL import Image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model, prep = clip.load("ViT-B/32")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image = prep(Image.open("chart.png")).unsqueeze(0)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text = clip.tokenize([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"устойчивый рост", "новостной шок", "боковой рынок"])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torch.no_grad():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vi = model.encode_image(image)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vt = model.encode_text(text)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probs = (vi @ vt.T).softmax(dim=-1)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print(probs)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9E852-33B7-45B9-B264-49902864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EF90-A690-4CF5-8D4A-42D9BE8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B0C73-46C7-448E-83FF-5F366023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BC8E7-A07D-403C-BC8F-4216F64F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Общий embedding позволяет классифицировать изображение новыми текстовыми классами.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475DB-FB4B-4A67-92DC-F1E0885B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3C620-37C6-4263-B351-4EFA572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9A368-F508-4B7E-8F67-D7B442BF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08DA0-112C-44E7-9764-B8D634A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Шаблоны prompts, вероятности, top-1/top-3, calibration и примеры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E2963-53F4-4200-8F9C-14115D3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09892ef58d847d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528204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27a46fd2443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7DC55-9CD6-41FE-B721-FF41681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B04A3-7058-4002-8795-EB264A64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2D42E-D3AD-4F47-9D58-D7BCA318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FBC7E-C6A7-4106-9F8D-9104421A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DINOv2: embedding и поиск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33262-CB92-4890-B7F7-57145FA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Пример: найти похожие графики без ручной разметки каждого класса.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1519E-FA90-48D0-9794-BDCEE6B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C6115-BAB3-4396-A5AD-716141E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torch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torchvision import transforms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 = torch.hub.load(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"facebookresearch/dinov2", "dinov2_vitb14")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model.eval()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x = transform(image).unsqueeze(0)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torch.no_grad():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embedding = model(x)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nearest = index.search(embedding.cpu().numpy(), k=10)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4BB18-7838-4F31-9058-CE4800F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8E0E9-62DE-4FA5-A1F4-0DE59FE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64495-C3C5-4469-A9A5-3D88D31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C1197-B0E3-4CAB-8580-F154FFE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Self-supervised encoder строит универсальный вектор, затем внешний индекс выполняет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57C43-0F51-44B2-97DE-7DFF2268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6F890-D57C-4804-A977-A6AD9BB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733C8-B463-43CA-846E-A5A66DBF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41D06-AFE7-4194-8075-6F74FD2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encoder, preprocessing, embedding, индекс, Recall@k и примеры ближайших соседей.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3D253-F87E-42F3-95F4-BD72830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9742203b15f46d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472274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d20cceea54d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180AD-6F6B-41C0-AD6B-91B8D99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501C-6BF7-46D1-B7FB-783CFD5E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22884-1E0B-4152-8BFA-FEE9D34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EB5CA-E076-4072-B948-24987F18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Данные для лабораторной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A4184-6814-4A1C-B791-2FB9591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Основной пример сочетает рыночные графики и визуальный QA.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365C5-ED68-4501-8ECA-AE8FB7BE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13FAA-19FA-4D69-9275-C6DDCB2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S&amp;P 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DA2E5-9887-4FA6-AEA4-DE75D3C3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OHLCV → изображения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4C4C-2750-47AE-B6F2-5FB5E1C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График строится только из прошлого окна; label относится к будущему горизонту.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CFFC8-393D-48F3-A3D8-42BD2825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BFA61-ECD4-4148-B421-FA44DF5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CHARTQA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1AC37-E83C-4ADF-AF6D-5CACD5F7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Графики + вопросы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16583-933F-4A37-A590-DF4BA84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Подходит для понимания диаграмм и контроля визуально-текстового reasoning.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F7C6E-9BAB-49D7-8552-3D783E5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4E189-F683-4677-B3E7-A6A19F25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РАЗМЕТКА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99D34-0092-4D91-97E6-2A4D55A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Собственная схема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A4F16-4D1E-422F-9648-D3E2435A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trend, objects, masks, OCR fields, source, timestamp и license.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30453-C568-48CF-BB98-B05C52B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F746A-696E-4D57-ACEA-59A3975D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train &lt; validation &lt; test по времени; один источник/шаблон не должен пересекать 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5C538-A4AA-4171-9276-3451B90A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2d447498f8c469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862518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ea3f7877c4a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2EB85-85E7-4F4A-BCBA-C4EF24CA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B2BE7-36B4-4570-A744-D6E320C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1A0D9-9FB2-486F-B3DD-CEA44F3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D90E2-AF87-402A-AD7D-71ED077B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Утечки и контроль качества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E31DA-ECA0-4561-A8A8-777EFFD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Высокая accuracy может быть следствием водяного знака или шаблона.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5D518-8D6F-4557-A821-CF4C5C49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AC614-8AF4-4343-A792-0CF34272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ДЕДУПЛИКАЦИЯ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AEE67-F54E-46F7-8E19-FFD309B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Perceptual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8AB32-AE8F-4C04-B323-1E595D1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Удалить exact и near-duplicate изображения до split.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4972E-D7B6-4A29-8F0B-939F0F4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0D5E4-94C1-431C-A04D-EBB640F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АРТЕФАКТЫ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A9C7A-DC1B-4B3A-88D9-07C20D6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Watermark / border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43FD7-489A-48FD-BE67-AC874D9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saliency и абляцию фона.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C5DD7-D535-4B98-9D91-2D2020C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AB2F8-A484-49E4-93E4-1AFD704B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СМЕНА ДОМЕНА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2A45C-5034-4F56-B3A1-CE57AA9B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Новый источник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4011B-9D51-442F-8D07-EDEF3283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Отдельно оценить другой стиль, разрешение и период.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F0AAC-69FF-4194-A9AB-6E6D0E2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088DC-332E-4FAE-967E-5CA8876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ошибка = модельная + разметка + domain shift + leakage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13B13-791D-4A3F-A564-7A842513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d10f3090fe14d3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632898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a6fe529744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DF040-3071-4270-824E-9A02121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E0CF2-9BC6-4234-8B5A-6187377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6E301-2965-4884-BC57-F70C2DC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33B6A-4194-4941-BCA6-C728D87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Метрики по типу задачи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E1807-373C-4C3F-B813-698926C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Одна цифра не описывает весь пайплайн.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D78DE-E22A-4501-A261-06DDE354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ACFCF-02C5-4A1C-8C6F-8474912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E4EE4-39D2-4FB8-B6B9-C2F6ACB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Macro-F1 ·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67B1D-CABE-41FC-B5EC-9820EDE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Macro-F1 защищает от доминирования частого класса.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9B2B0-904E-4CB1-9337-5F20281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C4E77-CBC9-4B74-9833-6B25E7C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672B3-A882-47DA-B207-DBA225D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mAP50–95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6271E-956A-4AC0-AA10-D4441B4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Учитывает класс и точность локализации на разных IoU.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928D5-852D-40BE-A930-5310089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660A0-9759-4D4C-9450-E900060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17AEA-7EDC-4CEB-9C2C-0F21E76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Dice · IoU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3A7F1-459F-422B-AF05-7E353352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Сравнивает предсказанную и эталонную маски.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ADE78-ACD5-4AE0-9E37-6F7A51B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BC513-4A9F-4E66-9C97-D221004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F8898-4B27-4453-A0A5-D641717C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p95 · память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8F494-F030-42B2-AD75-5F8A2A6A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Задержка, throughput, fallback rate и стоимость.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0C72B-1AF7-42BE-8F22-67AD586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73048-6586-432D-88D3-D682211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выбор = качество + переносимость + ограничения ресурсов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3D429-6061-42E8-B06B-54836115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51de5236f2346e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800355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be753d7d440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32E09-0699-4582-985A-7FC96E68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322FD-C041-4C3B-82AE-BA009CC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CB49E-48DA-4BF6-B977-1FD6D47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EA8F5-D7FD-485F-BE37-8FE222C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Анимированный пример на сайте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92B07-324E-47BF-8152-E10247C2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Выберите сценарий и модель, затем запустите пошаговый анализ.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3a5c35cb5478d"/>
          <a:srcRect xmlns:a="http://schemas.openxmlformats.org/drawingml/2006/main" l="0" t="5765" r="0" b="5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14500"/>
            <a:ext cx="809625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F65C7-E74D-49A8-8445-2DB4972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003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E7A9-BF51-4864-92F6-CD39AC8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192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CAB2A-CB23-49F4-BE36-76AA9FD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Порядок показа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BD043-E6B4-4444-8024-9D81965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43175"/>
            <a:ext cx="247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сгенерировать график;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выбрать YOLO / SAM 2 / CLIP / DINOv2;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наблюдать scan, box и mask;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объяснить итоговый 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62CCF-B90C-424A-BFB6-68893C0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8003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29D9C-287D-493B-9EA3-B8D9435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ВЫВОД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47526-F236-431E-8966-E2C7C021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100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фиксируется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0BC2-2479-43DF-883F-7C2A442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2476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Действие пользователя, промежуточное состояние, метрики и понятный вывод по результату.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6108A-37E0-4D5C-ABDE-DCBB277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67738f0a1bf40a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652229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a963e3fd04e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02797-F09C-4181-BE48-8B5ADE98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4F411-D7CA-4482-9200-B868074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DA487-D7B1-43DA-B01E-AEE62A41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215A8-9F48-4C8B-8E18-BE7E1D3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Сравнение учебных результатов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57DEB-EAF3-42FB-915E-10E6DD4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Числа демонстрационные и должны быть заменены собственным экспериментом.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3d04bc1d6c4b5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92DAD-E849-4FE3-8D18-D046AA5B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B2EAB-0A36-4FFB-9393-A9692FD9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РЕШЕНИЕ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3E92D-FFB7-4D83-8D1E-74DE941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145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DINOv2 + 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EDEC3-2F13-49FB-AFF9-401652CC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Macro-F1 0,806; устойчивый перенос на новый шаблон.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16AFC-28E0-4B04-B7B3-53CC8CFF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9FF93-0B9C-43DC-98C6-E81A2D4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0025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ИНТЕРПРЕТАЦИЯ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C177E-FF36-4E12-9A10-63FD5FF1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Почему не только максимум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2A6DE-6190-407C-A17A-5B2D7C05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33925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Сравнить Dice/mAP, p95, память и ошибки по источникам.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F7AA2-18D3-4F96-9D24-68553B02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476fd1bff534e9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033964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390d6cd064f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5AEE4-42E2-4ED1-BD8B-C26F3B9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D2FE7-0A73-4F58-B282-2A5AE99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2 ·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91ABA-FDC9-4E40-ADDE-6198550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6318B-8B7D-497A-AD20-E3C19F5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Выводы и передача в лабораторную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E3A12-1356-458B-B6B9-F9082DB9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Лучший CV-компонент определяется правилом выбора, а не впечатлением от картинки.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5E03A-43F7-4399-B80A-4F7006B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4FD2D-4FF0-4DE2-909F-FF5FFF2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ПРИНЯТО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6A110-23A6-4207-BEDD-A5C8C2FA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DINOv2 + локализатор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9FB0A-7562-4797-8B05-17077D67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Лучший интегральный результат на новых источниках.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2ADE2-B9F6-476B-8FF8-B287180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2C3FE-E33F-47E6-B4E2-183114E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EFBDE-CE74-4479-898C-7DCA295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Text-only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CB8BA-420A-477B-937A-50A7F05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Включается при низком quality score или 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DE1FB-3E00-4B7B-B80A-4F98976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6D074-E4FE-44F4-A0F1-74650E7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116B2-F9B1-4A22-9090-7C6F9AF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Для recommender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6F06C-FB59-41B0-A3E1-A90B37A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item_id, cv_embedding, trend, confidence, version, timestamp.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8FD17-C616-4BB0-895D-F843D5A3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8FC4B-B60F-4398-8CCD-9B76B91E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мультимодальность принимается, только если улучшение подтверждено на замороженном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F3C5A-F01A-4E2F-BE49-33D7EEE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eb0db3fefc64db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953707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d1bb3520446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E486-83F7-4B7E-8D96-52BCAAB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346F4-AA28-4A71-8A4E-D75C7F84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BCAD9-C1BC-42B9-B3FD-257371E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5C5F6-4BEB-4B36-BD09-F7EC1BE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Полезные 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62AF-9743-44FC-8199-7188378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Ссылки открываются из PowerPoint. Версии библиотек фиксируются в requirements.lock.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75763-7F95-4ABD-A7E3-21E2BABB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ResNet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7E2BF-463D-48DD-910C-08AB754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21f3b7c41cd47a1"/>
              </a:rPr>
              <a:t>https://arxiv.org/abs/1512.03385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0F1CE-D8CB-4B7A-81B3-A26D7BA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Vision Transformer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B62C6-54B9-45C2-B735-F0EAF35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60d8e4c3fd140d4"/>
              </a:rPr>
              <a:t>https://arxiv.org/abs/2010.11929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E1657-3A24-4ED6-8C80-8DCBD13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Ultralytics docs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09256-ED7A-468A-BBCD-7E5647E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6c3b9d7740842e2"/>
              </a:rPr>
              <a:t>https://docs.ultralytics.com/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C2F9D-09AF-41EA-9D91-3989F3E8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Segment Anything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28827-1360-4CBA-876B-AFB3F8DC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9dd77777d142db"/>
              </a:rPr>
              <a:t>https://github.com/facebookresearch/sam2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9080C-EF35-47D2-8A26-9283B0F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007A3-84DD-43F6-A3F8-B95CDD0C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767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6ff6e86addd469f"/>
              </a:rPr>
              <a:t>https://github.com/openai/CLIP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E8B9B-27A9-461A-B7F0-DE34622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DINOv2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442D9-7A33-4F67-8A22-18E4136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f47f6ad9aa144f8"/>
              </a:rPr>
              <a:t>https://github.com/facebookresearch/dinov2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A909E-8AB8-4D08-99F0-54FC9CCF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b4e4698cee8429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5455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2026-09-18T04:43:34.7270000Z</dcterms:created>
  <dcterms:modified xsi:type="dcterms:W3CDTF">2026-09-18T04:43:34.7270000Z</dcterms:modified>
</coreProperties>
</file>