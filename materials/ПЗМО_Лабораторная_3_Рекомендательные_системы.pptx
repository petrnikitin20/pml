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8ab51a5ca04009" /><Relationship Type="http://schemas.openxmlformats.org/officeDocument/2006/relationships/extended-properties" Target="/docProps/app.xml" Id="Rd843cc13330141ab" /><Relationship Type="http://schemas.openxmlformats.org/officeDocument/2006/relationships/officeDocument" Target="/ppt/presentation.xml" Id="R52d831b1c8dd40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fa5ce032143bc"/>
  </p:sldMasterIdLst>
  <p:notesMasterIdLst>
    <p:notesMasterId xmlns:r="http://schemas.openxmlformats.org/officeDocument/2006/relationships" r:id="R0a8e9b30daca42a1"/>
  </p:notesMasterIdLst>
  <p:sldIdLst>
    <p:sldId xmlns:r="http://schemas.openxmlformats.org/officeDocument/2006/relationships" id="256" r:id="Rc0adae8e6d034678"/>
    <p:sldId xmlns:r="http://schemas.openxmlformats.org/officeDocument/2006/relationships" id="257" r:id="Rd4754d7e09ea4781"/>
    <p:sldId xmlns:r="http://schemas.openxmlformats.org/officeDocument/2006/relationships" id="258" r:id="R5a56f9230f264fb3"/>
    <p:sldId xmlns:r="http://schemas.openxmlformats.org/officeDocument/2006/relationships" id="259" r:id="R4badb803eca1456d"/>
    <p:sldId xmlns:r="http://schemas.openxmlformats.org/officeDocument/2006/relationships" id="260" r:id="Rb082e585ab434274"/>
    <p:sldId xmlns:r="http://schemas.openxmlformats.org/officeDocument/2006/relationships" id="261" r:id="R80d915784ad94bc6"/>
    <p:sldId xmlns:r="http://schemas.openxmlformats.org/officeDocument/2006/relationships" id="262" r:id="R1928439326204320"/>
    <p:sldId xmlns:r="http://schemas.openxmlformats.org/officeDocument/2006/relationships" id="263" r:id="Ra5d8adb332044ecb"/>
    <p:sldId xmlns:r="http://schemas.openxmlformats.org/officeDocument/2006/relationships" id="264" r:id="Rdb89fe5d56d841e6"/>
    <p:sldId xmlns:r="http://schemas.openxmlformats.org/officeDocument/2006/relationships" id="265" r:id="Ra40731b7fb40405c"/>
    <p:sldId xmlns:r="http://schemas.openxmlformats.org/officeDocument/2006/relationships" id="266" r:id="R4d5aa4400e7340b5"/>
    <p:sldId xmlns:r="http://schemas.openxmlformats.org/officeDocument/2006/relationships" id="267" r:id="R19cae241624146c5"/>
    <p:sldId xmlns:r="http://schemas.openxmlformats.org/officeDocument/2006/relationships" id="268" r:id="Re8851c5b0e38456a"/>
    <p:sldId xmlns:r="http://schemas.openxmlformats.org/officeDocument/2006/relationships" id="269" r:id="Ra90a7b49127141d4"/>
    <p:sldId xmlns:r="http://schemas.openxmlformats.org/officeDocument/2006/relationships" id="270" r:id="Raa74c63fcd8745b7"/>
    <p:sldId xmlns:r="http://schemas.openxmlformats.org/officeDocument/2006/relationships" id="271" r:id="R97a59bc29c26495a"/>
    <p:sldId xmlns:r="http://schemas.openxmlformats.org/officeDocument/2006/relationships" id="272" r:id="R401e530e54b845af"/>
    <p:sldId xmlns:r="http://schemas.openxmlformats.org/officeDocument/2006/relationships" id="273" r:id="Rd6f0e89f45d24051"/>
    <p:sldId xmlns:r="http://schemas.openxmlformats.org/officeDocument/2006/relationships" id="274" r:id="Rec89c4c66f5d452e"/>
    <p:sldId xmlns:r="http://schemas.openxmlformats.org/officeDocument/2006/relationships" id="275" r:id="R94e7530af1b04062"/>
    <p:sldId xmlns:r="http://schemas.openxmlformats.org/officeDocument/2006/relationships" id="276" r:id="Rfce7e79b18034df3"/>
    <p:sldId xmlns:r="http://schemas.openxmlformats.org/officeDocument/2006/relationships" id="277" r:id="Rac83450a981446c0"/>
    <p:sldId xmlns:r="http://schemas.openxmlformats.org/officeDocument/2006/relationships" id="278" r:id="R5a1d23c62be243f9"/>
    <p:sldId xmlns:r="http://schemas.openxmlformats.org/officeDocument/2006/relationships" id="279" r:id="R6b02202e67e64c63"/>
    <p:sldId xmlns:r="http://schemas.openxmlformats.org/officeDocument/2006/relationships" id="280" r:id="Rbce690790cdd432c"/>
    <p:sldId xmlns:r="http://schemas.openxmlformats.org/officeDocument/2006/relationships" id="281" r:id="R0cef941cfab34177"/>
    <p:sldId xmlns:r="http://schemas.openxmlformats.org/officeDocument/2006/relationships" id="282" r:id="R4c6a933808584135"/>
    <p:sldId xmlns:r="http://schemas.openxmlformats.org/officeDocument/2006/relationships" id="283" r:id="R4e9c49dcb5c74db1"/>
    <p:sldId xmlns:r="http://schemas.openxmlformats.org/officeDocument/2006/relationships" id="284" r:id="Rd3e5cb10ba5941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a059ff31d476a" /><Relationship Type="http://schemas.openxmlformats.org/officeDocument/2006/relationships/slideMaster" Target="/ppt/slideMasters/slideMaster1.xml" Id="Raf6fa5ce032143bc" /><Relationship Type="http://schemas.openxmlformats.org/officeDocument/2006/relationships/notesMaster" Target="/ppt/notesMasters/notesMaster1.xml" Id="R0a8e9b30daca42a1" /><Relationship Type="http://schemas.openxmlformats.org/officeDocument/2006/relationships/presProps" Target="/ppt/presProps.xml" Id="Ree9589b0528b40c8" /><Relationship Type="http://schemas.openxmlformats.org/officeDocument/2006/relationships/tableStyles" Target="/ppt/tableStyles.xml" Id="R7e324bccba5a4736" /><Relationship Type="http://schemas.openxmlformats.org/officeDocument/2006/relationships/slide" Target="/ppt/slides/slide1.xml" Id="Rc0adae8e6d034678" /><Relationship Type="http://schemas.openxmlformats.org/officeDocument/2006/relationships/slide" Target="/ppt/slides/slide2.xml" Id="Rd4754d7e09ea4781" /><Relationship Type="http://schemas.openxmlformats.org/officeDocument/2006/relationships/slide" Target="/ppt/slides/slide3.xml" Id="R5a56f9230f264fb3" /><Relationship Type="http://schemas.openxmlformats.org/officeDocument/2006/relationships/slide" Target="/ppt/slides/slide4.xml" Id="R4badb803eca1456d" /><Relationship Type="http://schemas.openxmlformats.org/officeDocument/2006/relationships/slide" Target="/ppt/slides/slide5.xml" Id="Rb082e585ab434274" /><Relationship Type="http://schemas.openxmlformats.org/officeDocument/2006/relationships/slide" Target="/ppt/slides/slide6.xml" Id="R80d915784ad94bc6" /><Relationship Type="http://schemas.openxmlformats.org/officeDocument/2006/relationships/slide" Target="/ppt/slides/slide7.xml" Id="R1928439326204320" /><Relationship Type="http://schemas.openxmlformats.org/officeDocument/2006/relationships/slide" Target="/ppt/slides/slide8.xml" Id="Ra5d8adb332044ecb" /><Relationship Type="http://schemas.openxmlformats.org/officeDocument/2006/relationships/slide" Target="/ppt/slides/slide9.xml" Id="Rdb89fe5d56d841e6" /><Relationship Type="http://schemas.openxmlformats.org/officeDocument/2006/relationships/slide" Target="/ppt/slides/slide10.xml" Id="Ra40731b7fb40405c" /><Relationship Type="http://schemas.openxmlformats.org/officeDocument/2006/relationships/slide" Target="/ppt/slides/slide11.xml" Id="R4d5aa4400e7340b5" /><Relationship Type="http://schemas.openxmlformats.org/officeDocument/2006/relationships/slide" Target="/ppt/slides/slide12.xml" Id="R19cae241624146c5" /><Relationship Type="http://schemas.openxmlformats.org/officeDocument/2006/relationships/slide" Target="/ppt/slides/slide13.xml" Id="Re8851c5b0e38456a" /><Relationship Type="http://schemas.openxmlformats.org/officeDocument/2006/relationships/slide" Target="/ppt/slides/slide14.xml" Id="Ra90a7b49127141d4" /><Relationship Type="http://schemas.openxmlformats.org/officeDocument/2006/relationships/slide" Target="/ppt/slides/slide15.xml" Id="Raa74c63fcd8745b7" /><Relationship Type="http://schemas.openxmlformats.org/officeDocument/2006/relationships/slide" Target="/ppt/slides/slide16.xml" Id="R97a59bc29c26495a" /><Relationship Type="http://schemas.openxmlformats.org/officeDocument/2006/relationships/slide" Target="/ppt/slides/slide17.xml" Id="R401e530e54b845af" /><Relationship Type="http://schemas.openxmlformats.org/officeDocument/2006/relationships/slide" Target="/ppt/slides/slide18.xml" Id="Rd6f0e89f45d24051" /><Relationship Type="http://schemas.openxmlformats.org/officeDocument/2006/relationships/slide" Target="/ppt/slides/slide19.xml" Id="Rec89c4c66f5d452e" /><Relationship Type="http://schemas.openxmlformats.org/officeDocument/2006/relationships/slide" Target="/ppt/slides/slide20.xml" Id="R94e7530af1b04062" /><Relationship Type="http://schemas.openxmlformats.org/officeDocument/2006/relationships/slide" Target="/ppt/slides/slide21.xml" Id="Rfce7e79b18034df3" /><Relationship Type="http://schemas.openxmlformats.org/officeDocument/2006/relationships/slide" Target="/ppt/slides/slide22.xml" Id="Rac83450a981446c0" /><Relationship Type="http://schemas.openxmlformats.org/officeDocument/2006/relationships/slide" Target="/ppt/slides/slide23.xml" Id="R5a1d23c62be243f9" /><Relationship Type="http://schemas.openxmlformats.org/officeDocument/2006/relationships/slide" Target="/ppt/slides/slide24.xml" Id="R6b02202e67e64c63" /><Relationship Type="http://schemas.openxmlformats.org/officeDocument/2006/relationships/slide" Target="/ppt/slides/slide25.xml" Id="Rbce690790cdd432c" /><Relationship Type="http://schemas.openxmlformats.org/officeDocument/2006/relationships/slide" Target="/ppt/slides/slide26.xml" Id="R0cef941cfab34177" /><Relationship Type="http://schemas.openxmlformats.org/officeDocument/2006/relationships/slide" Target="/ppt/slides/slide27.xml" Id="R4c6a933808584135" /><Relationship Type="http://schemas.openxmlformats.org/officeDocument/2006/relationships/slide" Target="/ppt/slides/slide28.xml" Id="R4e9c49dcb5c74db1" /><Relationship Type="http://schemas.openxmlformats.org/officeDocument/2006/relationships/slide" Target="/ppt/slides/slide29.xml" Id="Rd3e5cb10ba5941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2633490b4743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97dd56ddb846ca" /><Relationship Type="http://schemas.openxmlformats.org/officeDocument/2006/relationships/notesMaster" Target="/ppt/notesMasters/notesMaster1.xml" Id="R411b9d18cee141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d77e01389480f" /><Relationship Type="http://schemas.openxmlformats.org/officeDocument/2006/relationships/notesMaster" Target="/ppt/notesMasters/notesMaster1.xml" Id="R8cba0e6bb928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45b9e8e084e31" /><Relationship Type="http://schemas.openxmlformats.org/officeDocument/2006/relationships/notesMaster" Target="/ppt/notesMasters/notesMaster1.xml" Id="Rb9e7a8ed949647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c973b6fb4c4ac3" /><Relationship Type="http://schemas.openxmlformats.org/officeDocument/2006/relationships/notesMaster" Target="/ppt/notesMasters/notesMaster1.xml" Id="Reb96b07ef7fd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03efdd7d1a4ccc" /><Relationship Type="http://schemas.openxmlformats.org/officeDocument/2006/relationships/notesMaster" Target="/ppt/notesMasters/notesMaster1.xml" Id="Rc4e258cd5e83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ee688afa45405e" /><Relationship Type="http://schemas.openxmlformats.org/officeDocument/2006/relationships/notesMaster" Target="/ppt/notesMasters/notesMaster1.xml" Id="Rfc02182b900b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1e283fcbc046fa" /><Relationship Type="http://schemas.openxmlformats.org/officeDocument/2006/relationships/notesMaster" Target="/ppt/notesMasters/notesMaster1.xml" Id="R047fca4f213847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28e45e760342df" /><Relationship Type="http://schemas.openxmlformats.org/officeDocument/2006/relationships/notesMaster" Target="/ppt/notesMasters/notesMaster1.xml" Id="R79aa5be1967d48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0164b701004e83" /><Relationship Type="http://schemas.openxmlformats.org/officeDocument/2006/relationships/notesMaster" Target="/ppt/notesMasters/notesMaster1.xml" Id="Rbc87b137f1c347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2ca69010b247f9" /><Relationship Type="http://schemas.openxmlformats.org/officeDocument/2006/relationships/notesMaster" Target="/ppt/notesMasters/notesMaster1.xml" Id="R08c2dfa0605a40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acfacf851847cc" /><Relationship Type="http://schemas.openxmlformats.org/officeDocument/2006/relationships/notesMaster" Target="/ppt/notesMasters/notesMaster1.xml" Id="R7048ab5a0c5a4f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5de84d6aef41b4" /><Relationship Type="http://schemas.openxmlformats.org/officeDocument/2006/relationships/notesMaster" Target="/ppt/notesMasters/notesMaster1.xml" Id="Rfeab1dde23ef47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eb38089eae4d4c" /><Relationship Type="http://schemas.openxmlformats.org/officeDocument/2006/relationships/notesMaster" Target="/ppt/notesMasters/notesMaster1.xml" Id="R12f088fe39a448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20f62e273b4e31" /><Relationship Type="http://schemas.openxmlformats.org/officeDocument/2006/relationships/notesMaster" Target="/ppt/notesMasters/notesMaster1.xml" Id="R8610f29a339b41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f31c5d67c44d46" /><Relationship Type="http://schemas.openxmlformats.org/officeDocument/2006/relationships/notesMaster" Target="/ppt/notesMasters/notesMaster1.xml" Id="Rb00e1d79264148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01350ffd104867" /><Relationship Type="http://schemas.openxmlformats.org/officeDocument/2006/relationships/notesMaster" Target="/ppt/notesMasters/notesMaster1.xml" Id="R882bb1fda84c4c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b6754940ae4c72" /><Relationship Type="http://schemas.openxmlformats.org/officeDocument/2006/relationships/notesMaster" Target="/ppt/notesMasters/notesMaster1.xml" Id="Rc5e513fbf7e44f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13fdf55aea4488" /><Relationship Type="http://schemas.openxmlformats.org/officeDocument/2006/relationships/notesMaster" Target="/ppt/notesMasters/notesMaster1.xml" Id="R5c3864cb438b4d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b98f65d09e4999" /><Relationship Type="http://schemas.openxmlformats.org/officeDocument/2006/relationships/notesMaster" Target="/ppt/notesMasters/notesMaster1.xml" Id="R7f594c9f805f46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0cdd58d8794a37" /><Relationship Type="http://schemas.openxmlformats.org/officeDocument/2006/relationships/notesMaster" Target="/ppt/notesMasters/notesMaster1.xml" Id="R63d682891ee54b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38eb6aa5cf4793" /><Relationship Type="http://schemas.openxmlformats.org/officeDocument/2006/relationships/notesMaster" Target="/ppt/notesMasters/notesMaster1.xml" Id="Raeece436f2994f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e4665ba81846cd" /><Relationship Type="http://schemas.openxmlformats.org/officeDocument/2006/relationships/notesMaster" Target="/ppt/notesMasters/notesMaster1.xml" Id="Rbd1c8f200c2e45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1ac8068b18400f" /><Relationship Type="http://schemas.openxmlformats.org/officeDocument/2006/relationships/notesMaster" Target="/ppt/notesMasters/notesMaster1.xml" Id="Rb69db119e40947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7da16007b94642" /><Relationship Type="http://schemas.openxmlformats.org/officeDocument/2006/relationships/notesMaster" Target="/ppt/notesMasters/notesMaster1.xml" Id="R1c4b9cf133ce4a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ff432ba45f422f" /><Relationship Type="http://schemas.openxmlformats.org/officeDocument/2006/relationships/notesMaster" Target="/ppt/notesMasters/notesMaster1.xml" Id="R096e3faae0504a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3c853b537748ad" /><Relationship Type="http://schemas.openxmlformats.org/officeDocument/2006/relationships/notesMaster" Target="/ppt/notesMasters/notesMaster1.xml" Id="R748e228acfbf40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cac29c473e49d6" /><Relationship Type="http://schemas.openxmlformats.org/officeDocument/2006/relationships/notesMaster" Target="/ppt/notesMasters/notesMaster1.xml" Id="R8102115b5cce49f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cc5961a247e4865" /><Relationship Type="http://schemas.openxmlformats.org/officeDocument/2006/relationships/notesMaster" Target="/ppt/notesMasters/notesMaster1.xml" Id="R5415c0c2d36547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722f1c589e74754" /><Relationship Type="http://schemas.openxmlformats.org/officeDocument/2006/relationships/notesMaster" Target="/ppt/notesMasters/notesMaster1.xml" Id="R1c7361f2d617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5fcac3649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54b7a27534abd" /><Relationship Type="http://schemas.openxmlformats.org/officeDocument/2006/relationships/slideLayout" Target="/ppt/slideLayouts/slideLayout1.xml" Id="R76ac5f85e20d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ac5f85e20d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5c25a8fd4677" /><Relationship Type="http://schemas.openxmlformats.org/officeDocument/2006/relationships/image" Target="/ppt/media/image.png" Id="Rd14d79c0dcbd4e31" /><Relationship Type="http://schemas.openxmlformats.org/officeDocument/2006/relationships/hyperlink" Target="https://petrnikitin20.github.io/PML/" TargetMode="External" Id="R274cb11c7491404b" /><Relationship Type="http://schemas.openxmlformats.org/officeDocument/2006/relationships/notesSlide" Target="/ppt/notesSlides/notesSlide1.xml" Id="R6899f6cae3e64e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738349fc0434d" /><Relationship Type="http://schemas.openxmlformats.org/officeDocument/2006/relationships/image" Target="/ppt/media/image2.png" Id="Rc68d899d1be64486" /><Relationship Type="http://schemas.openxmlformats.org/officeDocument/2006/relationships/hyperlink" Target="https://petrnikitin20.github.io/PML/" TargetMode="External" Id="Rfe61ac04e55344a3" /><Relationship Type="http://schemas.openxmlformats.org/officeDocument/2006/relationships/notesSlide" Target="/ppt/notesSlides/notesSlide2.xml" Id="R1bf6f472747d4d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753e1345d4dee" /><Relationship Type="http://schemas.openxmlformats.org/officeDocument/2006/relationships/image" Target="/ppt/media/image3.png" Id="R7e490ccf4abd493a" /><Relationship Type="http://schemas.openxmlformats.org/officeDocument/2006/relationships/hyperlink" Target="https://petrnikitin20.github.io/PML/" TargetMode="External" Id="R55423864882a4fa1" /><Relationship Type="http://schemas.openxmlformats.org/officeDocument/2006/relationships/notesSlide" Target="/ppt/notesSlides/notesSlide3.xml" Id="Rc38a39dfe59b47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c0fbfc84c4820" /><Relationship Type="http://schemas.openxmlformats.org/officeDocument/2006/relationships/image" Target="/ppt/media/image4.png" Id="Reb15f22cfd164697" /><Relationship Type="http://schemas.openxmlformats.org/officeDocument/2006/relationships/hyperlink" Target="https://petrnikitin20.github.io/PML/" TargetMode="External" Id="Rf4f718cce1b94ec4" /><Relationship Type="http://schemas.openxmlformats.org/officeDocument/2006/relationships/notesSlide" Target="/ppt/notesSlides/notesSlide4.xml" Id="Rf61027a49cbb41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3077161f0467c" /><Relationship Type="http://schemas.openxmlformats.org/officeDocument/2006/relationships/image" Target="/ppt/media/image5.png" Id="Rc8a87bf1b5064429" /><Relationship Type="http://schemas.openxmlformats.org/officeDocument/2006/relationships/hyperlink" Target="https://petrnikitin20.github.io/PML/" TargetMode="External" Id="R379f7a1865bd419d" /><Relationship Type="http://schemas.openxmlformats.org/officeDocument/2006/relationships/notesSlide" Target="/ppt/notesSlides/notesSlide5.xml" Id="Rb40c0271d35f41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b9c7a31fa4b17" /><Relationship Type="http://schemas.openxmlformats.org/officeDocument/2006/relationships/image" Target="/ppt/media/image6.png" Id="R80c87b22d94f4bff" /><Relationship Type="http://schemas.openxmlformats.org/officeDocument/2006/relationships/hyperlink" Target="https://petrnikitin20.github.io/PML/" TargetMode="External" Id="R3734574db34d4cf4" /><Relationship Type="http://schemas.openxmlformats.org/officeDocument/2006/relationships/notesSlide" Target="/ppt/notesSlides/notesSlide6.xml" Id="R8cb06ee3406e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1f423e6c4273" /><Relationship Type="http://schemas.openxmlformats.org/officeDocument/2006/relationships/image" Target="/ppt/media/image7.png" Id="Re9a9ca63b1d54af6" /><Relationship Type="http://schemas.openxmlformats.org/officeDocument/2006/relationships/hyperlink" Target="https://petrnikitin20.github.io/PML/" TargetMode="External" Id="R6759fe40cd454eea" /><Relationship Type="http://schemas.openxmlformats.org/officeDocument/2006/relationships/notesSlide" Target="/ppt/notesSlides/notesSlide7.xml" Id="R075e59dfa13a4b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41e9a55f648df" /><Relationship Type="http://schemas.openxmlformats.org/officeDocument/2006/relationships/image" Target="/ppt/media/image8.png" Id="Rc19e7fd1a6db49a0" /><Relationship Type="http://schemas.openxmlformats.org/officeDocument/2006/relationships/hyperlink" Target="https://petrnikitin20.github.io/PML/" TargetMode="External" Id="R9a3c91d160ff458a" /><Relationship Type="http://schemas.openxmlformats.org/officeDocument/2006/relationships/notesSlide" Target="/ppt/notesSlides/notesSlide8.xml" Id="R07b6b15b2e6344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38f715baa4f0e" /><Relationship Type="http://schemas.openxmlformats.org/officeDocument/2006/relationships/image" Target="/ppt/media/image9.png" Id="R311f8be779a346ca" /><Relationship Type="http://schemas.openxmlformats.org/officeDocument/2006/relationships/hyperlink" Target="https://petrnikitin20.github.io/PML/" TargetMode="External" Id="R518989b28d744d45" /><Relationship Type="http://schemas.openxmlformats.org/officeDocument/2006/relationships/notesSlide" Target="/ppt/notesSlides/notesSlide9.xml" Id="R6a18b443c79d4a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b60ba32d94e8e" /><Relationship Type="http://schemas.openxmlformats.org/officeDocument/2006/relationships/image" Target="/ppt/media/image10.png" Id="R635a3e0da301408a" /><Relationship Type="http://schemas.openxmlformats.org/officeDocument/2006/relationships/hyperlink" Target="https://petrnikitin20.github.io/PML/" TargetMode="External" Id="Re6fb561fd6544e98" /><Relationship Type="http://schemas.openxmlformats.org/officeDocument/2006/relationships/notesSlide" Target="/ppt/notesSlides/notesSlide10.xml" Id="R23c8adb1aca544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e144292624337" /><Relationship Type="http://schemas.openxmlformats.org/officeDocument/2006/relationships/image" Target="/ppt/media/image11.png" Id="Rf5b79426f70d490f" /><Relationship Type="http://schemas.openxmlformats.org/officeDocument/2006/relationships/hyperlink" Target="https://petrnikitin20.github.io/PML/" TargetMode="External" Id="Rbba82ec4033a4fc8" /><Relationship Type="http://schemas.openxmlformats.org/officeDocument/2006/relationships/notesSlide" Target="/ppt/notesSlides/notesSlide11.xml" Id="R65b94924379b42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e89eb6b9e4090" /><Relationship Type="http://schemas.openxmlformats.org/officeDocument/2006/relationships/image" Target="/ppt/media/image12.png" Id="Re0e4023211fe485b" /><Relationship Type="http://schemas.openxmlformats.org/officeDocument/2006/relationships/hyperlink" Target="https://petrnikitin20.github.io/PML/" TargetMode="External" Id="Ra14da34fd5764bc5" /><Relationship Type="http://schemas.openxmlformats.org/officeDocument/2006/relationships/notesSlide" Target="/ppt/notesSlides/notesSlide12.xml" Id="Rd6eb0554e6914b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a3ff45cac40dc" /><Relationship Type="http://schemas.openxmlformats.org/officeDocument/2006/relationships/image" Target="/ppt/media/image13.png" Id="Ra939ae0e98d94978" /><Relationship Type="http://schemas.openxmlformats.org/officeDocument/2006/relationships/hyperlink" Target="https://petrnikitin20.github.io/PML/" TargetMode="External" Id="Rb80e7117f8314a7a" /><Relationship Type="http://schemas.openxmlformats.org/officeDocument/2006/relationships/notesSlide" Target="/ppt/notesSlides/notesSlide13.xml" Id="R660f4cf05b6e45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01e2c5af54117" /><Relationship Type="http://schemas.openxmlformats.org/officeDocument/2006/relationships/image" Target="/ppt/media/image14.png" Id="Red7a914dafea4163" /><Relationship Type="http://schemas.openxmlformats.org/officeDocument/2006/relationships/hyperlink" Target="https://petrnikitin20.github.io/PML/" TargetMode="External" Id="Rb3d03685146b4d24" /><Relationship Type="http://schemas.openxmlformats.org/officeDocument/2006/relationships/notesSlide" Target="/ppt/notesSlides/notesSlide14.xml" Id="R4a76eb34840f45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2b70c96134335" /><Relationship Type="http://schemas.openxmlformats.org/officeDocument/2006/relationships/image" Target="/ppt/media/image15.png" Id="R53c5b1ba37a04906" /><Relationship Type="http://schemas.openxmlformats.org/officeDocument/2006/relationships/hyperlink" Target="https://petrnikitin20.github.io/PML/" TargetMode="External" Id="R944dc0ecf3364b9b" /><Relationship Type="http://schemas.openxmlformats.org/officeDocument/2006/relationships/notesSlide" Target="/ppt/notesSlides/notesSlide15.xml" Id="R565509af9a7046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7cf0056c94695" /><Relationship Type="http://schemas.openxmlformats.org/officeDocument/2006/relationships/image" Target="/ppt/media/image16.png" Id="Ra82ea40c2c134daa" /><Relationship Type="http://schemas.openxmlformats.org/officeDocument/2006/relationships/hyperlink" Target="https://petrnikitin20.github.io/PML/" TargetMode="External" Id="Rec76814027d14846" /><Relationship Type="http://schemas.openxmlformats.org/officeDocument/2006/relationships/notesSlide" Target="/ppt/notesSlides/notesSlide16.xml" Id="Ra8592b83471646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dd7bc58a46c7" /><Relationship Type="http://schemas.openxmlformats.org/officeDocument/2006/relationships/image" Target="/ppt/media/image17.png" Id="Ra33b9c4285894f44" /><Relationship Type="http://schemas.openxmlformats.org/officeDocument/2006/relationships/hyperlink" Target="https://petrnikitin20.github.io/PML/" TargetMode="External" Id="R0facadc4e18040b5" /><Relationship Type="http://schemas.openxmlformats.org/officeDocument/2006/relationships/notesSlide" Target="/ppt/notesSlides/notesSlide17.xml" Id="Rc0cd176e43c34b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5e46767734622" /><Relationship Type="http://schemas.openxmlformats.org/officeDocument/2006/relationships/image" Target="/ppt/media/image18.png" Id="R112bbe63fa0540bf" /><Relationship Type="http://schemas.openxmlformats.org/officeDocument/2006/relationships/hyperlink" Target="https://petrnikitin20.github.io/PML/" TargetMode="External" Id="Rd8a267566c304d0a" /><Relationship Type="http://schemas.openxmlformats.org/officeDocument/2006/relationships/notesSlide" Target="/ppt/notesSlides/notesSlide18.xml" Id="R600ce693735948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c8c66cfb54a71" /><Relationship Type="http://schemas.openxmlformats.org/officeDocument/2006/relationships/image" Target="/ppt/media/image19.png" Id="R742c2085049a40a6" /><Relationship Type="http://schemas.openxmlformats.org/officeDocument/2006/relationships/hyperlink" Target="https://petrnikitin20.github.io/PML/" TargetMode="External" Id="R1cb88bfb1fad47c7" /><Relationship Type="http://schemas.openxmlformats.org/officeDocument/2006/relationships/notesSlide" Target="/ppt/notesSlides/notesSlide19.xml" Id="R98928edaae384ea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a98ce73b3448e" /><Relationship Type="http://schemas.openxmlformats.org/officeDocument/2006/relationships/image" Target="/ppt/media/image20.png" Id="R20881071f538476d" /><Relationship Type="http://schemas.openxmlformats.org/officeDocument/2006/relationships/hyperlink" Target="https://petrnikitin20.github.io/PML/" TargetMode="External" Id="Rf5eecb02f7494c8d" /><Relationship Type="http://schemas.openxmlformats.org/officeDocument/2006/relationships/notesSlide" Target="/ppt/notesSlides/notesSlide20.xml" Id="R5af4d0c0eb4a49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979e533314d40" /><Relationship Type="http://schemas.openxmlformats.org/officeDocument/2006/relationships/image" Target="/ppt/media/image21.png" Id="Re14351afe0324ba0" /><Relationship Type="http://schemas.openxmlformats.org/officeDocument/2006/relationships/hyperlink" Target="https://petrnikitin20.github.io/PML/" TargetMode="External" Id="R095ca3f48b564369" /><Relationship Type="http://schemas.openxmlformats.org/officeDocument/2006/relationships/notesSlide" Target="/ppt/notesSlides/notesSlide21.xml" Id="Rafb1e12e49c042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c3d373f304289" /><Relationship Type="http://schemas.openxmlformats.org/officeDocument/2006/relationships/image" Target="/ppt/media/image22.png" Id="Re181bdd3b2074d3b" /><Relationship Type="http://schemas.openxmlformats.org/officeDocument/2006/relationships/hyperlink" Target="https://petrnikitin20.github.io/PML/" TargetMode="External" Id="Rdbea55c917bf440e" /><Relationship Type="http://schemas.openxmlformats.org/officeDocument/2006/relationships/notesSlide" Target="/ppt/notesSlides/notesSlide22.xml" Id="R7b510adadafd4d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99d1af5d54957" /><Relationship Type="http://schemas.openxmlformats.org/officeDocument/2006/relationships/image" Target="/ppt/media/image23.png" Id="R17544be30a694ac1" /><Relationship Type="http://schemas.openxmlformats.org/officeDocument/2006/relationships/hyperlink" Target="https://petrnikitin20.github.io/PML/" TargetMode="External" Id="R9389b63dc60a441b" /><Relationship Type="http://schemas.openxmlformats.org/officeDocument/2006/relationships/notesSlide" Target="/ppt/notesSlides/notesSlide23.xml" Id="Rb9d90ffb2b474a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89604f29846cd" /><Relationship Type="http://schemas.openxmlformats.org/officeDocument/2006/relationships/image" Target="/ppt/media/image24.png" Id="R5a0a26cdfcca4428" /><Relationship Type="http://schemas.openxmlformats.org/officeDocument/2006/relationships/image" Target="/ppt/media/image25.png" Id="R591379b9ebaf4b06" /><Relationship Type="http://schemas.openxmlformats.org/officeDocument/2006/relationships/hyperlink" Target="https://petrnikitin20.github.io/PML/" TargetMode="External" Id="R5ec3bd439c2447bd" /><Relationship Type="http://schemas.openxmlformats.org/officeDocument/2006/relationships/notesSlide" Target="/ppt/notesSlides/notesSlide24.xml" Id="R766e26a3ae3244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0942e40524188" /><Relationship Type="http://schemas.openxmlformats.org/officeDocument/2006/relationships/image" Target="/ppt/media/image26.png" Id="R6dc2b5e68df04100" /><Relationship Type="http://schemas.openxmlformats.org/officeDocument/2006/relationships/chart" Target="/ppt/slides/charts/chart1.xml" Id="Rad7df3e465fb48f0" /><Relationship Type="http://schemas.openxmlformats.org/officeDocument/2006/relationships/hyperlink" Target="https://petrnikitin20.github.io/PML/" TargetMode="External" Id="Rc8ec87a4b1d64b5b" /><Relationship Type="http://schemas.openxmlformats.org/officeDocument/2006/relationships/notesSlide" Target="/ppt/notesSlides/notesSlide25.xml" Id="R2fed3d4d447e49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d34796a9343b5" /><Relationship Type="http://schemas.openxmlformats.org/officeDocument/2006/relationships/image" Target="/ppt/media/image27.png" Id="R62c9d5c89cbd45e7" /><Relationship Type="http://schemas.openxmlformats.org/officeDocument/2006/relationships/hyperlink" Target="https://petrnikitin20.github.io/PML/" TargetMode="External" Id="R971d1060c0194d6a" /><Relationship Type="http://schemas.openxmlformats.org/officeDocument/2006/relationships/notesSlide" Target="/ppt/notesSlides/notesSlide26.xml" Id="R94fd425f151b4d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e81549fc9444d" /><Relationship Type="http://schemas.openxmlformats.org/officeDocument/2006/relationships/image" Target="/ppt/media/image28.png" Id="R9e8d212d34b04bfa" /><Relationship Type="http://schemas.openxmlformats.org/officeDocument/2006/relationships/hyperlink" Target="https://petrnikitin20.github.io/PML/" TargetMode="External" Id="R98d68feece3743bc" /><Relationship Type="http://schemas.openxmlformats.org/officeDocument/2006/relationships/notesSlide" Target="/ppt/notesSlides/notesSlide27.xml" Id="R3698d7edb50243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df10c6f344d4e" /><Relationship Type="http://schemas.openxmlformats.org/officeDocument/2006/relationships/image" Target="/ppt/media/image29.png" Id="R36c31fe7e7834bda" /><Relationship Type="http://schemas.openxmlformats.org/officeDocument/2006/relationships/hyperlink" Target="https://petrnikitin20.github.io/PML/" TargetMode="External" Id="Rdddd07069aef49eb" /><Relationship Type="http://schemas.openxmlformats.org/officeDocument/2006/relationships/notesSlide" Target="/ppt/notesSlides/notesSlide28.xml" Id="R375f45369b364c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a43b593b54a0c" /><Relationship Type="http://schemas.openxmlformats.org/officeDocument/2006/relationships/image" Target="/ppt/media/image30.png" Id="R7dbe884cc6de47bb" /><Relationship Type="http://schemas.openxmlformats.org/officeDocument/2006/relationships/hyperlink" Target="https://benfred.github.io/implicit/" TargetMode="External" Id="R9af06195386e4e9d" /><Relationship Type="http://schemas.openxmlformats.org/officeDocument/2006/relationships/hyperlink" Target="https://recbole.io/docs/" TargetMode="External" Id="R89beff68c20e48bb" /><Relationship Type="http://schemas.openxmlformats.org/officeDocument/2006/relationships/hyperlink" Target="https://www.tensorflow.org/recommenders" TargetMode="External" Id="R485b400ed82c445b" /><Relationship Type="http://schemas.openxmlformats.org/officeDocument/2006/relationships/hyperlink" Target="https://arxiv.org/abs/2002.02126" TargetMode="External" Id="Rf3759e501c964bcb" /><Relationship Type="http://schemas.openxmlformats.org/officeDocument/2006/relationships/hyperlink" Target="https://arxiv.org/abs/1808.09781" TargetMode="External" Id="R329448839c7b4649" /><Relationship Type="http://schemas.openxmlformats.org/officeDocument/2006/relationships/hyperlink" Target="https://arxiv.org/abs/1904.06690" TargetMode="External" Id="Rb36fb662ed5f4515" /><Relationship Type="http://schemas.openxmlformats.org/officeDocument/2006/relationships/hyperlink" Target="https://petrnikitin20.github.io/PML/" TargetMode="External" Id="Rb40c5e223f454a5f" /><Relationship Type="http://schemas.openxmlformats.org/officeDocument/2006/relationships/notesSlide" Target="/ppt/notesSlides/notesSlide29.xml" Id="R443ee036a43145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Метрика</c:v>
          </c:tx>
          <c:spPr>
            <a:solidFill xmlns:a="http://schemas.openxmlformats.org/drawingml/2006/main">
              <a:srgbClr val="116A6E"/>
            </a:solidFill>
          </c:spPr>
          <c:cat>
            <c:strRef>
              <c:f>'Chart Data'!$A$2:$A$9</c:f>
              <c:strCache>
                <c:ptCount val="8"/>
                <c:pt idx="0">
                  <c:v>Pop</c:v>
                </c:pt>
                <c:pt idx="1">
                  <c:v>ALS</c:v>
                </c:pt>
                <c:pt idx="2">
                  <c:v>BPR</c:v>
                </c:pt>
                <c:pt idx="3">
                  <c:v>NCF</c:v>
                </c:pt>
                <c:pt idx="4">
                  <c:v>LightGCN</c:v>
                </c:pt>
                <c:pt idx="5">
                  <c:v>SASRec</c:v>
                </c:pt>
                <c:pt idx="6">
                  <c:v>BERT4Rec</c:v>
                </c:pt>
                <c:pt idx="7">
                  <c:v>Two-tower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0.181</c:v>
                </c:pt>
                <c:pt idx="1">
                  <c:v>0.247</c:v>
                </c:pt>
                <c:pt idx="2">
                  <c:v>0.258</c:v>
                </c:pt>
                <c:pt idx="3">
                  <c:v>0.266</c:v>
                </c:pt>
                <c:pt idx="4">
                  <c:v>0.281</c:v>
                </c:pt>
                <c:pt idx="5">
                  <c:v>0.293</c:v>
                </c:pt>
                <c:pt idx="6">
                  <c:v>0.301</c:v>
                </c:pt>
                <c:pt idx="7">
                  <c:v>0.318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d79c0dcbd4e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1FF3A-DABE-46A8-9F84-AEB60C64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35C13-B7D1-4234-9E7C-DDCF9F66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ПЗМО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C04CE-B177-4305-A8CD-3FDC356B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7880E-7DE5-4D93-BB94-2DAC202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8239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C3679-07FE-41E3-B424-9DB6C60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rPr>
              <a:t>ПРИКЛАДНЫЕ ЗАДАЧИ МАШИННОГО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2988B-B793-4AD0-A018-CDC3AA5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000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Рекомендательные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системы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07B9E-8497-450E-925D-179D39F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Implicit feedback, последовательные и мультимодальные модели, метрики и интерактивное ранжирование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E47F1-5D52-430F-9695-4E9B05A9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274cb11c7491404b"/>
              </a:rPr>
              <a:t>petrnikitin20.github.io/PML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BEA78-600D-451A-B536-FD65FE0E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Никитин Петр Владимирович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кафедра искусственного интеллекта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Финансового университета</a:t>
            </a:r>
          </a:p>
        </p:txBody>
      </p:sp>
    </p:spTree>
    <p:extLst>
      <p:ext uri="{BB962C8B-B14F-4D97-AF65-F5344CB8AC3E}">
        <p14:creationId xmlns:p14="http://schemas.microsoft.com/office/powerpoint/2010/main" val="1940254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d899d1be644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471E8-0627-47DF-8209-41E7B8FA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3516C-55AA-4719-BCA8-EF515CC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DA088-2379-48BE-8C61-FBED3A8F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BF111-4F3D-47F6-AC8C-417DCF9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Цель лабораторной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73070-FA7A-4D35-BC1B-88A1461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Продолжить NLP и CV: использовать их признаки для ranking при строгих ограничениях.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4D0E5-A515-4B64-9485-A9AB05AD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961F6-E716-497E-AAFD-838E9890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ЗАДАЧА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BFC7A-D58C-4780-902D-2D7F854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Top-N 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E447D-DC1E-4AC0-888C-6074607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Сформировать упорядоченный список объектов для конкретного профиля.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B205B-5D84-4170-8F60-E5A8BCC6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C58AC-B6FF-4A85-B9D2-F5973E7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ГИПОТЕЗА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AB91E-84F3-4C26-A9FA-3ACFBE60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Мультимодальность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BE9E1-C900-4127-BDEA-01A1C8C3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Frozen NLP/CV признаки особенно полезны new-item срезу.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BDD2F-444D-41FB-B38C-F43FF15C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743A9-2D7C-4310-8967-04F58E0B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БЕЗОПАСНОСТЬ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A3356-4BF0-44BF-8C14-2C658B2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Hard constraints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22265-606B-487D-A0B5-7FBEA0E9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Недопустимый объект не возвращается из-за высокого predicted score.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B0928-7857-4F67-8A55-4A103C7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DCEBB-567D-4818-939E-9A050600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сначала violations = 0; затем NDCG@10, coverage и p95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EA8B0-0753-499A-B1EA-96F7FC7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e61ac04e55344a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131170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90ccf4abd49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F4152-66EA-46E5-8203-45AFB4F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76392-2283-4B92-A19C-0343D1BE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3FAB9-E219-450F-9FBD-769FF6D1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099A0-D0FE-4F6A-803E-A7C7272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Неявная обратная связь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6D84A-3BB5-4275-906F-32622A3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События имеют разную силу и не равны явной оценке.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231A5-4034-4772-9764-F76D0CFD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7F4F9-AFEF-497E-878A-2B0DAB6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СИГНАЛЫ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2A88C-7225-462F-AA30-68E70CDA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view · save · watchlist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0E519-9AB7-412F-AB8B-E5E37EFB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 отражает информативность события, но не превращает его в «нравится».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1FB9F-16F0-413B-AC26-BF2FBA1F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CE76D-2447-4B21-B357-C6E0DD16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4893E-76D8-4A59-84D6-BE5C5ECA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cui=1+αrui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D6E30-9CBC-4501-8060-C1B4CFA6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Чем сильнее событие, тем выше уверенность в наблюдаемом preference.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7A98E-1323-47EA-896D-04A4FB9F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B0B4E-9CB3-4A23-AEFC-BF38081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ПРОПУСК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91E15-11A9-48BE-BBE9-18F0A2AE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отрицание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F948B-20AC-469C-9F77-1497931E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Нет взаимодействия — неизвестно, а не обязательно отрицательно.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55908-C3C7-4D19-B135-B404981B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4340D-9338-48E9-971A-0538682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pui = 1[rui&gt;0],  cui = 1 + αrui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E2D18-4E02-48C7-9CCF-69DDF404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5423864882a4fa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19431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5f22cfd1646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29664-86F2-44CE-8739-6C46EB8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5F446-A892-452A-A523-A7229522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1D8FE-96AB-4D98-B4E2-C8E86D5E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89B90-B43C-4D58-8A83-D5AFD13D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Схема событий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068A1-4449-42A9-AE97-B319C2D1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Событие должно быть воспроизводимо во времени.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29846-3E4E-4955-A700-A87F64BB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798E4-0781-4213-9EE3-B1FCF9E9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КЛЮЧИ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CC0BC-CAB5-46E2-BAB1-8619FD43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user · item ·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0B760-1ACD-4508-85B8-AEC215E0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Без timestamp нельзя построить честный temporal split.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7D750-8385-449B-884C-77914740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764C2-4223-470E-B9D5-34E8593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КОНТЕКСТ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0C330-7CEA-49EA-9D1D-5129C677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source · device · 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2547D-9561-4188-8667-043F3E7C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Контекст помогает анализировать shift и bias.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65959-CF0A-4D83-8F47-0E457530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4FF49-82D9-4516-A734-40EAEFA8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E2A7A-A95C-4A43-B990-D6D0E04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NLP/CV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97541-540F-40AC-85AB-31B1E215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Признак связан с точной моделью и датой расчета.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85E2F-93BD-4523-955F-0F8024D5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9F1AC-D666-4225-9B63-ACF8D67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event_id → raw event → feature versions → candidate set → 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390C9-5A97-4D35-B1C7-9C4D4EAF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4f718cce1b94ec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12928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87bf1b50644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5A1B3-F8A7-4239-8ABB-2FE59851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2865C-231B-4FE2-A431-F300A722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F225D-F41E-4FC6-B5FE-F990A9B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F9300-DD9B-4E47-B31E-AF23349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Temporal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129BC-2831-41B6-912A-EA123051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Будущее не участвует в обучении прошлого.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385D9-469C-4ABE-8964-FFFD395A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39AFB-9ACA-4394-80CB-7D592AC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16992-B4A1-4C96-A5B4-3B0254ED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История до t1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88C38-6EFB-41C2-930C-42156EB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Обучение embeddings и item statistics.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B3A48-7D7B-4A64-B621-11A28084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2267C-D20B-4BED-9079-2AE73E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1CFF8-690C-4662-98A5-E3F17823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Следующее событие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1D512-57EA-4247-AAF1-E51207FC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Настройка hyperparameters и decision rule.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7562A-F4D7-42C1-B236-57D1BFED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3358E-8A60-4CAD-91C7-BBBDB6C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DA1E3-693D-4F7A-8EEF-F9274925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Последнее событие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CB1B0-A06D-4100-8FB6-1A4A20E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Открывается один раз после фиксации выбора.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5CD61-0B85-4138-8AD3-5F1D116A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EDF75-DBFD-49B3-9BBB-0DA6B9BF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ttrain &lt; tvalidation &lt; ttest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44DC5-5A1D-4212-8876-D44FC555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79f7a1865bd419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65804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87b22d94f4b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26310-2EA2-42D9-93D4-7858623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12DDC-1DCA-42AB-872B-77523D8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48FF4-5E1D-4D12-B7A6-147DB6C7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687C4-5B69-4CDE-9D31-515E3E3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Candidate set и негативы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67B02-A366-4658-9D56-A27E999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Метрика бессмысленна без одинакового набора кандидатов.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25505-A02C-4ED1-8635-6D35492B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9A797-37B6-472F-B555-7C620EE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66570-880E-44A4-AC94-DF1960B8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Доступность на дату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0F0E2-D520-472D-BCA0-9F1D1CD8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Исключить объекты, которых еще не существовало или нельзя рекомендовать.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AB7B6-0AA6-4078-9D53-A748B47A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66B94-21F2-42C5-82F1-B1DA6F7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NEGATIVE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3B2C0-3ED7-4A20-8355-3C8ADB8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Sampled / full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31545-B81B-4FAE-AA3B-B34FB66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Зафиксировать способ выборки и число негативов.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42711-E048-4569-9184-FF111330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7DA9A-D888-4028-B366-308D91B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FAIR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533CF-CEB0-4CA6-BB8C-2D633180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Один набор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08A3B-55F0-4140-AFD1-70176120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Все модели ранжируют одинаковых кандидатов.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F3A77-3F00-431A-9D58-C703942B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E01DA-115B-4AA4-AEE2-99F2A345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rank model ≠ candidate generator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5436F-E568-4C78-8757-CB393BFC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734574db34d4cf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373040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9ca63b1d54a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A71C2-C0C3-4D80-BB51-DB637D57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B730A-907D-4D11-8654-C92785C1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064BE-77FD-4035-B06F-A05DB42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F1231-1F55-4BB2-B21F-497BB7E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Popularity и ItemKNN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D8551-6AB3-4D5F-A131-5A2B64C3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Простые baselines выявляют реальную сложность задачи.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3258C-BB95-4843-83F2-B1676ED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C5E63-79DC-4DAF-808F-42A5A41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POPULARITY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BFB5A-4201-43CD-BB38-26208FEB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Частота событий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55ADF-CAC4-4BE5-A492-1B267660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baseline при малой персонализации и короткой истории.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A98A7-810F-45BA-B68B-403ECC7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4F8BA-A816-4444-B812-CBE0791F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ITEMKNN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9B9F3-5CD9-4EBB-BB32-F731D765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Похожие объекты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78753-1A90-4893-9C9F-EB4D06A3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Косинусная близость столбцов user-item матрицы.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97637-F52D-493D-9B28-A7AAE23A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C6D8D-F91C-4637-A100-D962AE0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C6606-DE57-4DFA-9615-35EC3AE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Нижняя граница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67938-B990-4EA0-B497-A1FF9B8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Сложная модель обязана устойчиво улучшать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88BE2-1B67-4DB4-8194-8DDAFA01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E51CD-0239-4DEC-A3A7-C07985A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sim(i,j)=ri·rj/(||ri||·||rj||)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C3944-D7DD-4513-A7D2-9514366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759fe40cd454ee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25883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e7fd1a6db49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C0CAC-87F7-4810-8FE1-F3F9C9DD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DC90B-F106-4D62-A0E5-EE80A3E8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011D9-889D-47DF-A2E1-D44A2B3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36447-A493-4D80-BAE0-33A10A67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Implicit 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8AF2C-BE6E-4FB4-AEEB-5BC96509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Взвешенная матричная факторизация для implicit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CE426-3FA0-41CC-8A20-3D61A92F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52CCC-EB0C-4984-8F61-0FF15EB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LATENT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F1BA2-16E2-4640-86FC-645C88D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xu и yi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FB98B-707C-4E16-96CA-A690CD5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Вектор пользователя и объекта оптимизируются попеременно.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B607F-47E8-45B6-B105-0BCEC41E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C7050-EC6F-475E-BA22-2200D374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WEIGHT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BE223-13C5-4961-A2D9-8E288912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08084-C8AF-496A-A78B-D875B09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Наблюдаемые сильные события получают больший вес.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EE1E7-8C20-4FA6-8243-EC0C3DFC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F9D5E-9968-42D1-BD08-D6F67987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ДОСТУП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4674F-229A-42B9-A790-17D55061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implicit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BA7CA-A99A-4D33-822B-B57EA513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pip install implicit; локально, CPU/GPU в зависимости от сборки.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E9223-822C-4D17-927D-604C247A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1C40A-C83B-4418-B1C7-91C7BE42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min Σui cui(pui−xuᵀyi)² + λ(Σu||xu||²+Σi||yi||²)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C58EC-6740-409E-8855-8B0DD2C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a3c91d160ff458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44509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f8be779a346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A3BC-EEF6-4738-8B6F-3EEA3FF1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E4FD7-F109-4B2C-913B-6844DC8C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4984F-7CB4-4176-9010-CA3ADB3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7930E-DA12-4783-AB31-3D4A1C8A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BPR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962E9-9739-463A-8442-0889EDD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Pairwise objective учит i выше j для одного пользователя.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0840D-44B8-49C1-BD63-789EE8E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E8335-0250-4D28-AD8D-C21F459B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TRIPLET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CCEE-6D78-4A87-8ACB-F321D96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(u,i,j)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B84D5-54FE-4627-9BA7-D6148F5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 — положительный объект, j — выбранный негатив.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93988-72D9-4416-966B-31ED0777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AFBC2-E99F-4F9F-91AE-ED9EC13E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3823-B3AF-47CB-9F79-367F90DF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Ranking напрямую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AD1C1-C63E-4DA6-86CD-7F1EB696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Оптимизируется разность score, а не восстановление матрицы.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4F8B5-D4B6-4571-935E-6B4AFC3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CC995-ED1A-40CE-A36F-7C0E83E5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РИСК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958E3-E370-41D4-AC89-06FE413A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Negative sampling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9513F-0392-4086-AEBA-C4FBA00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Слишком легкие негативы дают мало сигнала, ложные — искажают обучение.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E7EF0-C5B0-4D4A-9699-291DC319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ACF46-D118-4BF5-9E36-AC7FE229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LBPR = −Σ(u,i,j) ln σ(sui−suj) + λ||Θ||²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B36E4-F4BE-419A-9598-4FEABB5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18989b28d744d4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8983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3e0da30140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97FEC-791F-4936-8A0E-FA185DBC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D7CA7-2B98-40F3-9047-D526D1A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9086F-2794-43CA-912E-7E48AFF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5083F-0BC0-4BB9-B51C-C69DD862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Neural Collaborative Filtering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55366-74C1-4DB4-9787-A57AAACC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MLP учит нелинейное взаимодействие embeddings.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1AD96-FF01-46FC-8767-B06D37FA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40FEF-8CCF-479A-8804-6B6742D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GMF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D1D0D-C2DE-4E82-8E79-D84F7159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Поэлементное произведение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2B851-DDDD-4ECB-9FE9-33A71AB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Обобщает классическую factorization.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61222-B2D9-4F52-AF30-6C77C89A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2F4FB-3EE7-4FF5-876D-B6903E4A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1F7AF-6201-413C-8EB9-0C9390B3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Нелинейный путь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A9347-E875-46F8-ABAF-2333AEF8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Конкатенация embeddings проходит через dense layers.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9546E-88B3-4097-B9EE-2DF071E8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F62DE-8E8F-4E34-943D-1B3A698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ВЫХОД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34921-7285-4E5A-8FCB-A6E3F365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Sigmoid /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2E78C-29CC-41FA-9B75-C71A1948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Нужна согласованная pairwise или pointwise loss.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9DF6C-2020-48F4-A74D-5B7868D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05F84-0E9C-4B3E-89E6-4B1BDEF1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ŷui = σ(hᵀφ(pu,qi))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8B0B6-F2DE-4D95-A558-C274219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6fb561fd6544e9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10944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79426f70d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4BD9-72F4-4B0A-94E1-1F961279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F8BA4-11B3-42DA-A8C5-5CC68083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2CFCF-5E88-47F7-A5E6-6D683E0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94D63-571D-4B69-80BF-6781CAB0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LightGCN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C56AA-724E-4199-BBBF-B1B41DA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Граф пользователей и объектов распространяет embeddings.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ED103-FD8E-40F8-9E47-FF02B79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2732F-7E2B-4FF1-BD87-65EC94A6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ГРАФ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36F9E-BA01-4419-9D83-24EE210A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Двудольная структура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EC325-F393-44FC-AD44-3178A859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Ребра — наблюдаемые взаимодействия.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A316F-7A99-4B72-BC61-4231A01A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15C22-83B8-402A-8007-51E06305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PROPAGATION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A150C-7477-4477-B1BF-EC1C9099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Без feature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C9D69-BFBD-469F-BB1A-EFA7DA3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Соседние embeddings усредняются по нормализованным степеням.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A9C5F-0538-4557-9CEA-C77E87D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06737-1094-4E4A-884A-2D7346A8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ВЫХОД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C7A44-CDCB-46E6-8E39-7B6D68D2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Сумма слоев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09A35-CBA2-46A5-AC20-FFAE54C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Итоговый вектор объединяет разные радиусы соседства.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4596F-A38A-4E3E-B05C-6F75395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87CF6-4616-44E4-AC4F-F91F1E9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eᵤ(k+1)=Σi∈N(u) eᵢ(k)/√(|N(u)||N(i)|)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20753-C5C8-4F0E-A7B9-B3F7F75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ba82ec4033a4fc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34004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4023211fe48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A85DF-07E5-47BD-B5C6-A3EA0A8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20C87-2C22-44FE-8247-17702A7B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40E6D-7DB6-44A7-88E2-D67FEA2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BFB6-56BA-49D8-8A99-1776121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SASRec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BB4B2-C4B1-4074-8A18-5E09DA87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self-attention моделирует следующую рекомендацию.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DD3E-85DB-44EC-A341-EA2F8B0B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B26FC-D021-4431-82AC-51772B6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B9562-6372-490E-B456-E9B3284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Последние события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2B2B1-1E28-4847-8A97-77FF2D80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Порядок и давность становятся частью контекста.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17D49-F96D-4CE1-9700-21E5B59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21294-3D46-4C36-9BF6-C50AC23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CAUSAL 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CE2C5-A409-4AFE-ABF6-F79C06EF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Без будущего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6DF95-73DA-493F-9D42-900FE8E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Позиция видит только предшествующую историю.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B04C3-AC95-4C6A-8E43-65C9439E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50513-F711-4D52-AA19-1DEF350F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СИЛА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43376-E22C-4EA8-8A76-E9F716F9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Active users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C013C-4BF6-4D06-B1BA-6DF0A96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Особенно полезно при длинной содержательной последовательности.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EF6BD-1707-4C43-A229-FBC1D1B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76534-1674-484D-9ACE-D9AFEB7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P(iₜ|i₁,…,iₜ₋₁)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A5274-53F3-45DB-AF70-894B1ED5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14da34fd5764bc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07529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9ae0e98d949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1D206-6029-454A-A298-954C2F67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5D176-424F-4ECA-B333-1BA0E6E3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6B714-C6A3-48D6-B710-E9DC2208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003A6-13C6-4373-819A-830D246B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BERT4Rec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28063-53A9-4FC3-B8A7-32ADAB6E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Bidirectional Cloze objective восстанавливает masked items.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EC803-B27C-4CE5-AFDB-6291CA62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5746A-D50C-4741-9834-A80980A6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08072-7FD8-4D41-B1C3-03B78F60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Скрытые объекты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A8B57-8CB8-4BCF-AB21-43BC4499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использует левый и правый контекст учебной последовательности.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9214A-ABED-44BC-B78A-86FB007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6E0A3-4E1E-4884-8A29-DB511E36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2A835-6F4A-4D54-BD4A-83DE2FD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Cloze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E5656-E596-4D7A-AB52-FA0E4C7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Скрыть часть item IDs и предсказать их.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4B186-689D-40C8-BFD8-E1E8A81A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42FFF-A91F-45AB-B571-5438B9AF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B0F31-BBFF-4027-A24A-9E164C4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допустить leakage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9C1FB-6E41-4D39-80B0-44F7BD5E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Inference и test-протокол должны имитировать реальный следующий выбор.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09589-661B-4056-B4BA-30DFDC8C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CB5E0-57EB-42C2-A697-F0DC9F3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−Σt∈M log P(it | sequence\M)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F8D35-8951-4F5D-B412-A9CE5029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80e7117f8314a7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302697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a914dafea41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433F4-6842-435F-8961-C377C723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F56A4-1FF3-4D98-87B5-15C4EF14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57E63-D996-4B2F-B030-D820ACD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F2BA8-E110-42BE-84D4-7A8039AD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Two-tower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83E8A-AECF-4FE7-8FA1-5621C421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Query tower и candidate tower строят совместимое пространство.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58E49-1BF5-4073-BA8D-F6BB5126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8D293-BA95-4401-BBD1-A12EDFF7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68C28-3109-4DE0-9996-B1FACBB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Пользователь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4984E-85C7-483A-B316-B8BEBBE8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История, профиль и контекст превращаются в qu.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74A59-4762-4917-813E-6B01BAE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F8EDC-C9ED-468D-B8DA-280BF9F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5A582-D24A-4C23-8220-BA6ACB0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Объект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6894D-6AF7-4359-9634-53689CE3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ID, NLP embedding и CV embedding превращаются в vi.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B3BCE-2F1A-4E35-A93D-39EBF1D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6B0A9-B8BC-4964-93D5-3035CFD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SERVING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E67A4-950D-4B10-98A6-796D144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ANN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2B693-2B70-4596-9BDF-2868F4F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Candidate vectors индексируются заранее; запрос считается онлайн.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5F217-9D6B-4215-A986-C0CD8EA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68DBA-B43B-46DD-BBF6-B48B522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score(u,i)=quᵀvi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FA39C-9EF0-4DB5-B42B-8328403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3d03685146b4d2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899746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5b1ba37a049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3B175-9F3D-448E-B8CF-9C90CFBB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CEE73-9768-47B8-8697-AB19AC2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CF5E1-6208-4D79-BD26-68692CD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09ED9-5565-4C78-8ABA-46A5415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Мультимодальный item tower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73C54-59CA-43A7-BFA8-7A078F6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Frozen признаки дают информацию новому объекту до накопления кликов.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88B54-E9BA-4693-8074-FAC69B1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79FAC-A638-40D9-9524-C1AD74F0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NLP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619CD-0460-44A0-9E85-067B72C1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event + sentiment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7CAB7-FAA7-476A-B657-C3E3499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Структурированное содержание и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6F0FD-8B0E-44B9-82B7-859F610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E469-6A2E-45F2-91ED-C88FFFEA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76DBF-2535-45A3-9A22-C9CA60A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trend + embedding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38BA1-C9C3-4C90-A46B-FA229770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Визуальная структура и quality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7AF88-E4C8-4E2C-B380-F87BB0D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FD397-9CA6-4D19-8E17-1926DC21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GATING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5497B-2609-4E83-8012-79CE58E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Доверие к модальности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F5C2C-018B-47DF-9665-F499DAD0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Низкая уверенность уменьшает вклад признака.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77643-C54B-46E3-9CC8-E06C06A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A3668-0DD4-45A4-8C72-10BC96FB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vi = MLP([eid ; znlp ; zcv ; qnlp ; qcv])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07F47-7D32-4C24-9EDF-73CEFDEF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44dc0ecf3364b9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558730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ea40c2c134d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E3867-D2C1-4319-B59A-6B2B7CB8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877C5-C006-4A55-BC7D-A3B5940A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63A12-9828-471C-8BAF-D949ADB3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CA0A2-318C-40B4-9780-CF0D29F3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Hard constraints и reranking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9543D-4F0C-44A5-9C32-65DD985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Ограничения не должны быть мягким штрафом при критическом риске.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E7900-FF7A-4D3B-864F-76840C7F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0D072-6B2E-4AB9-A234-D4B7F1CA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38321-E05C-4279-A6D9-C900A14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880A-F02A-4541-9BFB-E3B00B23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Удалить недоступные или запрещенные объекты.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2B4A2-6EAE-42A9-A907-9D82B497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6D955-13A5-4E46-829D-4F57BFC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RERANK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DF607-EDAB-4864-9E81-11A54C1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 top-K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6DC44-3BF9-43E0-9E9C-6E08723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Баланс relevance, diversity, coverage и business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18B5E-5ED3-4A96-9332-36D39C8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5C5C5-5AB2-4081-A47B-4F769C1D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ASSERT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2BCB-1814-4249-9E7E-7E7C2706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 выдачи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70B19-F335-4FFE-9D65-FF35ED24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Автоматическая проверка violations=0.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7C539-FC51-4D6E-9B17-EA6CAE0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7E138-EBB4-452D-A587-ADCCD58A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Top10 = Rerank(Filter(Top50, profile), diversity, coverage)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B2CA4-37AC-4CD9-BFEF-F6EB668B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c76814027d14846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54322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b9c4285894f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7B82E-EACE-4A40-AA21-865DF735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DCCAB-A81C-493F-A53B-49BC0F1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BF6F7-777B-45E2-B86D-F92A6DE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F1110-9FED-4209-BBEB-BF02D754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NDCG@K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5F4D7-DA4A-46D7-B21D-AA8426FE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Ранние позиции получают больший вес.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3410B-062F-49D8-9C60-09ABA71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9DDD9-E82F-48B7-9DBC-34A335C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DCG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433E1-40B1-4A02-8619-D8EC8334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Discount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BBE1A-490A-43F1-99A4-3777AC79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Релевантность делится на log2 позиции.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5065-EF68-4F93-9405-82521DA6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CFFA5-83A2-49CF-8054-A72B1FCA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IDCG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12D28-104C-49DB-B6EA-3E6F86E4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Идеальный порядок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66455-AB07-4D78-9416-FE50AA7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Нормирует значение в диапазон [0,1].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5B354-1ACB-4FBA-B385-C70126A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0586F-9FAF-4797-9891-3D5DD9DA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СРАВНЕНИЕ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D0C01-FC2C-4F7A-B1A1-E98C63BA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Одинаковые кандидаты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0CC31-263C-4DA6-B947-014364CF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Иначе NDCG разных моделей несопоставима.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4D0BF-2002-4753-A142-B9CC2E6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D4A6D-7922-4383-A9E6-DC8CC8B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NDCG@K = DCG@K / IDCG@K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B8D02-025B-414E-9B33-C74E49B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facadc4e18040b5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23834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bbe63fa0540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81B39-AC6D-490A-BE8B-38E6655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3645B-6C5D-422F-9AC5-2A1C874E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010FD-08A1-4774-BD5D-3C677F8F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5D09F-7EAF-424A-A1CC-F052D48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Coverage, novelty и diversity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5DCC-F4EB-4218-8785-A2CE14C4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Качество выдачи шире точности попадания.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D75F0-1909-4D65-BC9A-04176CF7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7008-9414-444A-A8D8-07E4F72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AE8AD-8A46-41FF-B763-AACAC0B3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Доля каталога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B3C90-7F9B-4929-AD4F-1556DA0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Сколько разных объектов система реально показывает.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5DD72-C15A-4887-9B49-D3870EF2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65AD0-3D10-4EB6-95FD-38287CC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NOVELTY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6ED0B-F549-4341-968D-7444A813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только популярное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02190-EDD6-4829-8A0D-C577E7E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Средняя self-information рекомендованных объектов.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94E25-13F7-4FC0-BB69-24B5D2A2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739E9-FB03-4550-B97B-781C4AE9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DIVERSITY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17C9F-6E6C-4A5A-AF09-60AEA84F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Разнообразие списка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9C472-B5B0-4271-90B6-B1AFFD3F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Средняя попарная непохожесть items.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F73FA-3D3D-43FA-9CEB-3B8F140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2B817-E6B1-439B-94A4-A92D9E09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597CE-5ABC-43AA-AA8B-D989448F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Соответствие профилю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A53F5-6A8F-46A0-AAD4-44319A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Распределение категорий выдачи близко к истории.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FF30E-DCFF-4FD1-BD71-19FE317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8a267566c304d0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02291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c2085049a40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15CC1-BB35-4F4B-B432-99D578A0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1CAE5-F186-4E0E-A171-8662039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537F9-EE34-43D5-A6A5-9281FCB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D19B4-8EA3-4493-8678-1F5CFE74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Cold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7114E-0ACF-4D55-B49E-3A6455C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Новые пользователи и объекты требуют разных fallback.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16E4B-64DB-461A-85AA-EB611D6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8B17B-E61B-466E-AD19-E6E5C9FA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NEW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1F46D-F01A-4142-A72F-C76463B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Popularity +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9A095-7D37-4AB5-8864-097852F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Короткий onboarding, безопасные defaults и исследование предпочтений.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70E42-A083-49E9-8CF4-27D9D303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9AAE6-3990-465F-9A4C-0F3D3363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NEW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842CD-786F-4B27-8802-67A571BD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Content embeddings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73796-3A46-4B7A-AA5A-7D97316E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NLP/CV признаки заменяют отсутствующую историю.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E02F3-EBC8-4709-BAB9-F03E501B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DD778-B5D2-40FB-A59E-7C7A2D24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SHORT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8AD58-8F60-464D-91F5-EF193A91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298F7-C2D1-4168-91A1-D8AC8367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Смешать collaborative и content score по уверенности.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309ED-E95C-4208-9BF4-F07A98A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6D456-6A18-4C50-9C22-C812F48D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 = g(history_length)·scollab + (1−g)·scontent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6FD86-313C-4775-8931-AC930F38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cb88bfb1fad47c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505409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81071f53847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75B32-E5BC-4687-8BE9-8168D6A7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CF84F-0B08-49EF-B3C8-67A013C0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C6A30-6A6F-4C52-8866-8B7BD40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7EF52-2926-4094-A657-6C41C74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Подключение инструментов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E7A42-FF1F-4FB2-9A32-8E1F43A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Все варианты работают локально; облачная стоимость зависит от выбранной инфраструктуры.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0A6D9-962A-4F47-849B-F512EC12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8316E-F891-42BD-B737-DBDABE0B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IMPLICIT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756E5-F3E9-412B-8193-CF59C9A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ALS / BPR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ECBF5-C4A8-4156-9BAA-BD7A8E42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AlternatingLeastSquares(factors=64).fit(matrix)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8211A-66DE-42C3-BDCE-C7D3E89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0325F-3861-4191-970A-5142347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RECBOLE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89BE3-5F7F-4A92-8829-3A9C384E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Единый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4E2FD-6643-4427-889A-429A10AD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run_recbole(model="SASRec", dataset=...)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283BE-AEEC-4840-9D54-2E8E9054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F55E9-1358-45AC-9DD9-428F3211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TFRS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D46EA-1414-40A4-9C27-00972E5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Two-tower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6CFD8-66EC-4B3F-B103-C62DBAD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tfrs.tasks.Retrieval(metrics=FactorizedTopK(...))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3D92A-CD00-4BD9-9000-964C46BC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EA144-2771-469F-9826-68F45CA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RECTOOLS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3E5A5-ADB8-4741-9914-C357AC9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Прикладной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7CF33-3563-4683-8D71-35C9E57C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Dataset, models, metrics и быстрые baselines.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05FB1-2A09-4F1A-81E9-E63618F2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5eecb02f7494c8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391393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351afe0324b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1F959-3AEF-4BB4-A903-8E170CBD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BBF86-98F2-419E-8924-4352D146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F7520-4FE0-4F83-A5E8-FD22DFF1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3E922-A8FA-491F-B0CD-889CC99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implicit 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80217-9608-4D43-A4C9-24F9C393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Быстрый baseline на sparse user-item матрице.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B174A-5810-4587-BD83-B60EF2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CBE73-F9AC-4C44-B1D7-635ABC6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implicit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 = implicit.als.AlternatingLeastSquares(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factors=64, regularization=0.05, iterations=30)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model.fit(user_item)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ids, scores = model.recommend(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userid, user_item[userid], N=10,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filter_already_liked_items=True)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486EF-3F16-4963-91C1-7B807642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EE43B-0D47-4225-856B-9DD2D5B8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432A0-17A0-416D-AE7E-2EA0BBD6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99E4E-0980-41E6-BA7D-286F3CF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Обучаются latent factors; recommend исключает уже известные объекты.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20D0D-6B32-461D-8D4E-A13429D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06E6C-62BA-4F94-BAE7-AE173EC2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6B351-D57F-438B-802D-BCE5A5D8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9E36B-661F-4DC6-A3D7-CAC8EBAB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Split, mapping IDs, factors, regularization, seed, Recall/NDCG и p95.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9FD31-95FF-4623-A451-39109D3C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95ca3f48b56436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907409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1bdd3b2074d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14093-5014-401B-A5CE-6312D832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4B05A-CE51-43B9-BDFB-C24C3FF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63FA9-13D2-4B81-84E4-0669214F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DD403-B1AC-446C-A241-32FE57FE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RecBole: SASRec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BC72F-AF4F-4A3D-A483-D6CDACCB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Единый запуск последовательной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F8F8-30DB-47D3-BAFD-957F1FE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585FE-1FA1-4BF1-AA5D-C8BDF67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recbole.quick_start import run_recbole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result = run_recbole(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model="SASRec", dataset="PMLFinance",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config_dict={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"epochs": 80, "train_batch_size": 2048,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"eval_args": {"split": {"LS": "valid_and_test"}},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"metrics": ["Recall", "NDCG", "MRR"],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"topk": [10]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})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FAD34-2BC1-484D-9B70-9DB3E5A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CCE6F-58A6-48AE-A816-921084B7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4A40A-1060-45E5-9A14-A4773E37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159F5-EB66-443C-962F-F14C59D5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RecBole создает dataset, sampler, model, trainer и стандартизированный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68325-5C76-4DE3-874F-E46445A3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4B5F2-A229-4904-9658-58F4F14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8C68A-8F46-4D58-BEDA-02A9C161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5F583-6E2D-4099-83AA-583D84F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config YAML, preprocessing script, checkpoint, log и таблицу по срезам.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CBDDA-79A6-463E-AE68-E4873C0B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bea55c917bf440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309168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44be30a694a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3804D-6404-4902-A2BA-9A6E8EA0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22AF-8928-4D91-B3F7-D1685D2B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91647-16F3-4B6E-AD38-056B35B6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689D9-8051-4788-9202-525F339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TensorFlow Recommenders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4B5B-0467-4E6C-8D2A-6C72F4A3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Two-tower retrieval с мультимодальным item tower.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E13C9-B11F-4007-9994-A5B69C6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69403-DA04-4E0C-A5B6-48E06E17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tensorflow_recommenders as tfrs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class Model(tfrs.Model):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def __init__(self, candidates):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super().__init__()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self.query_model = QueryTower()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self.candidate_model = ItemTower()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self.task = tfrs.tasks.Retrieval(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metrics=tfrs.metrics.FactorizedTopK(candidates))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def compute_loss(self, features, training=False):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return self.task(self.query_model(features),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           self.candidate_model(features))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7F10B-6CFE-4D18-BCAD-0B695C92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10DA5-1410-4622-B7EC-D0F592A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8BDC9-B6F1-4E6C-942B-8FB57034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35659-8746-42BC-A3C8-139D656E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Query и candidate encoders обучаются сближать истинную пару среди batch negatives.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E5249-C765-43BA-9D22-499FD52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F0D0A-B561-420E-906B-ADA676EC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F3EB0-7E6B-4236-AA04-CFEA6B7E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892EC-A1E2-423C-8349-2E3636D6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SavedModel обоих towers, candidate index, NDCG/Recall, coverage и latency.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FDC1D-1C63-4AF6-8AD0-C0BCDC1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389b63dc60a441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716609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a26cdfcca44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B46AD-6B04-4853-8D21-097572F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75E48-80D5-4B05-937C-75B1AA83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6D124-D334-4659-92C2-CB4BA514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42945-434F-48AA-8CEA-18B3C57F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Интерактивный ranker на сайте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77197-C5DB-4086-8A42-2E8E410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Стадии candidate set, hard filter, scoring и reranking показываются последовательно.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379b9ebaf4b06"/>
          <a:srcRect xmlns:a="http://schemas.openxmlformats.org/drawingml/2006/main" l="0" t="5765" r="0" b="5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14500"/>
            <a:ext cx="809625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10F8B-B466-4E2F-A1EB-1E6B5C7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003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31547-979E-4242-9269-B9C1B616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192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C0702-2243-4EF1-BA0C-01021127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Порядок показа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56D8-3533-496B-8754-DDA80A94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43175"/>
            <a:ext cx="247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выбрать риск и горизонт;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включить NLP/CV;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запустить top-10;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сравнить порядок, основания и число допущенных объектов.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5C824-D26B-4B1E-9CD9-FAA691C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8003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14FEA-71DF-4C47-9CAF-90FD5B81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ВЫВОД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D1437-B06C-4E06-B5C2-4F109FC1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100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фиксируется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B4A39-64D8-443B-87DA-4CDF66B6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6800"/>
            <a:ext cx="2476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Действие пользователя, промежуточное состояние, метрики и понятный вывод по результату.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83F41-0637-4213-9E11-63921719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ec3bd439c2447b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094258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2b5e68df041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EEF8A-7BCD-482E-AFFF-29ED682B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DC878-0CD7-49A5-BBA8-35477E3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332C8-9E0C-485C-A6AD-BAD4591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1C14C-FF77-4F4E-AFD8-9188868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Сравнение моделей по NDCG@10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9CDB5-31A6-4612-B285-05871E9E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Учебные числа иллюстрируют правило выбора.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429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7df3e465fb48f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D443-9054-422E-8CAE-021FBC5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2289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9C484-04EA-4C2D-88F3-F24DD451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90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РЕШЕНИЕ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2C2C5-817E-4DB0-8ED8-DF08391B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145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Two-tower NLP+CV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8C5AE-F4DF-4A18-9701-18135790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NDCG@10 0,318 и coverage 0,641 до reranking.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5C57C-E2F3-4A3F-BA84-DCFB1209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32289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49418-289E-4E24-86B9-F51E4D39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0025"/>
            <a:ext cx="290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ИНТЕРПРЕТАЦИЯ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7FA6B-2A2C-4295-BDE2-14EED4D9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Safe reranking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DD9A2-05B8-429C-8E69-98ADADF1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33925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NDCG 0,312, coverage 0,684, violations 0%.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B18F4-E9EC-4889-87F2-63F51DE3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8ec87a4b1d64b5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206441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9d5c89cbd45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3D833-E82B-4D16-8B97-3AB353C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81104-E146-46AF-94D0-D155659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27A1B-91A2-404C-A721-2CC676C0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A265E-E69F-4C5E-B4FC-35159D19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Абляции и выбор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81AA1-1C85-41AE-A2BF-9A879838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Каждое утверждение связывается с отключением одного компонента.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44897-A93B-49AF-A832-072D52A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17E44-5463-4B86-B300-F7842878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WITHOUT NLP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69E07-7CBC-434D-A6B1-E94DC25D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−0,016 NDCG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44491-E176-4E5D-BBD1-746C0BD7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Сильнее падение на событийных объектах.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323B0-4003-410E-B520-9ED397D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59043-9673-4E82-8B6D-E134B4F9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WITHOUT 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6CA5B-1E34-4CE0-BAF7-F26AF4EF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−0,011 NDCG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0A5F8-212E-4006-876B-6351136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Сильнее падение на нейтральном тексте и new-item.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41481-903B-4C03-951C-4F005F33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96191-9145-48A0-AA9F-B54D82E0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671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WITHOUT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87715-5F01-4632-AFC1-33484A3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43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−0,036 NDCG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0C705-2F4C-4476-B1EF-A26FED09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Последовательность важна активным пользователям.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AAE63-0B4F-49FC-959C-C2A696A4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FB1F3-62BB-4EA6-AC06-C7A3C0A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WITHOUT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75F68-C8A4-43F4-91B0-8D42106B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243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Неприемлемо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B7A38-3A60-44D8-98D3-976D50CB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910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Даже высокий NDCG не компенсирует нарушения.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8C6BD-3968-42E0-991C-32EC577E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74505-39EC-4F0A-A9EC-A5263985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выбор: violations=0 → max NDCG при coverage≥0,55 и p95≤300 мс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F9F52-5E7F-4EF9-8C26-3379A49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71d1060c0194d6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405347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d212d34b04b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7B8B5-BE1B-43A8-B910-6FBC6D31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97470-FC8F-4FF7-8B9C-27F63D9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BD2EA-9E94-4C35-B609-C043925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C90D0-F649-4112-BDD6-66E250FA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Анализ ошибок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E95D6-FE4A-44F2-822D-B67266B1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Средняя метрика разбивается на сценарии, где система действительно ошибается.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7B83D-AC32-4F34-934D-64CE0B67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01B46-351F-49DF-BE6D-5C205A6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NEW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BC9DA-FF4A-4025-8472-D8A888F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Нет истории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FBCB8-6B68-4855-9704-5C3DD32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Проверить, спасают ли NLP/CV embeddings и не доминирует ли popularity.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DE79B-8D3A-488A-B268-2C99049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E45F3-4968-4C56-B64E-64ADC9FC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SHORT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507B1-63B5-480E-AE74-A5109C5C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Мало событий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7360A-E6B7-44E8-B1DE-4D2D4B4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Сравнить hybrid gate с чистой последовательной моделью.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F61F7-CC28-4D30-96AB-1BC82B2D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B1D6E-0833-4488-98A8-569C1E2F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NEWS SHOCK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3F0AD-0C35-45E9-B2F4-CE6691EC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Смена намерения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75C56-D9AD-4AB7-B2CA-2D377BDE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Оценить устаревание истории и вес свежего контекста.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CDC4F-8F2C-4917-B628-294F69B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650A0-134B-4EDA-8462-64FFEE14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FILTERED RELEVANT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280FA-2F02-4018-A81D-EDAC012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Цена ограничения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7DB3E-C54B-4217-B96E-ED86957E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Посчитать, сколько релевантных объектов удалено правилами и почему.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47C62-93D0-49D9-BD20-70F11FF9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8d68feece3743bc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027936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31fe7e7834b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804A-B28A-4711-AFA2-BCAB1194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C5F27-839E-462B-B528-E0A0609F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3 · RECSYS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72553-9A4C-4286-A37B-C13FEFB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290D6-A30C-4D91-8262-C4D41639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Контракт для итогового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35A25-CBFD-42CA-B89A-B6B5631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должна повторить ranking по сохраненным версиям.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A6640-53D0-4D6A-9D7F-7A739C23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279E4-E385-40D4-BAC7-3C6E76A8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CA4C5-53E4-47A9-8C85-B439BC5E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user + 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B0008-DE28-4A0D-9E52-E5A3D47B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profile, history, timestamp, feature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CE0FD-8184-4453-B7F2-DFF3C69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55D71-8EAB-4559-827F-A4CA0447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0BDA3-CD49-4A3C-9FEC-9ABCC9D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ranked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F7FA1-7A15-44C1-B7E8-7F57DCD4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item_id, score, rank, evidence, constraints, 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4351A-C099-4CB1-B7F4-EC19A82A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BE8F3-A847-4514-A0D9-D6B3B4F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961E2-1D80-4C72-BEA7-B42CAF80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Почему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6A65E-6D5A-41C1-B879-A6782AB9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Версии модели, данных, commit и объяснение фильтра.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F0CE2-7756-4D93-AA24-5A8FA032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F0DB9-23BD-4810-BE39-5B2E788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одинаковый вход + версии + seed → воспроизводимый top-K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A874E-13F9-4EF0-9375-259D4A01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ddd07069aef49e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128962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e884cc6de47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82181-7400-462F-A9A1-69FAD86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12FC9-D3B9-4E54-8EF3-A840C2B0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58F50-59DC-4348-907C-319C359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01F15-5EFD-4A37-8F36-2B73497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Полезные 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B346-5FC0-492C-822D-3514950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Ссылки открываются из PowerPoint. Версии библиотек фиксируются в requirements.lock.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2643E-2CA9-4008-9118-286362C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1. Implicit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6AC51-2653-49F7-961D-6492E49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af06195386e4e9d"/>
              </a:rPr>
              <a:t>https://benfred.github.io/implicit/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D0429-AD1C-4CBE-90DA-9B5BE3CD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2. RecBole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9DB1-1795-414D-A5B1-0E67AD7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9beff68c20e48bb"/>
              </a:rPr>
              <a:t>https://recbole.io/docs/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DB315-EFB7-47EF-9D7D-AE0AEA5D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3. TensorFlow Recommenders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27639-EE26-477E-BFA2-E5480DCA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85b400ed82c445b"/>
              </a:rPr>
              <a:t>https://www.tensorflow.org/recommenders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9E414-6214-4AA3-90CC-91FD79F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4. LightGCN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13220-E8C9-4C1C-8031-D62563F7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3759e501c964bcb"/>
              </a:rPr>
              <a:t>https://arxiv.org/abs/2002.02126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924FD-0B32-49F7-A2D0-8DD0CA40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5. SASRec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F83C8-BCF2-424F-A8AD-591CD6C3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767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29448839c7b4649"/>
              </a:rPr>
              <a:t>https://arxiv.org/abs/1808.09781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3B8B6-BDE1-4A4E-B529-805E69EA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6. BERT4Rec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2368F-E673-45EE-BDB7-5D63DDF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36fb662ed5f4515"/>
              </a:rPr>
              <a:t>https://arxiv.org/abs/1904.06690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A1A79-3014-49B8-A406-5C516A95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40c5e223f454a5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08570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2026-09-18T04:43:45.0770000Z</dcterms:created>
  <dcterms:modified xsi:type="dcterms:W3CDTF">2026-09-18T04:43:45.0770000Z</dcterms:modified>
</coreProperties>
</file>